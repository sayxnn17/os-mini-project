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Noto Sans Symbols"/>
      <p:regular r:id="rId21"/>
      <p:bold r:id="rId22"/>
    </p:embeddedFont>
    <p:embeddedFont>
      <p:font typeface="PT Sans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  <p:embeddedFont>
      <p:font typeface="Ex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hCXO5exfnKmodBW1ur3l+yQoaF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otoSansSymbols-bold.fntdata"/><Relationship Id="rId21" Type="http://schemas.openxmlformats.org/officeDocument/2006/relationships/font" Target="fonts/NotoSansSymbols-regular.fntdata"/><Relationship Id="rId24" Type="http://schemas.openxmlformats.org/officeDocument/2006/relationships/font" Target="fonts/PTSans-bold.fntdata"/><Relationship Id="rId23" Type="http://schemas.openxmlformats.org/officeDocument/2006/relationships/font" Target="fonts/PT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PTSans-boldItalic.fntdata"/><Relationship Id="rId25" Type="http://schemas.openxmlformats.org/officeDocument/2006/relationships/font" Target="fonts/PTSans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xo-regular.fntdata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33" Type="http://schemas.openxmlformats.org/officeDocument/2006/relationships/font" Target="fonts/Exo-italic.fntdata"/><Relationship Id="rId10" Type="http://schemas.openxmlformats.org/officeDocument/2006/relationships/slide" Target="slides/slide5.xml"/><Relationship Id="rId32" Type="http://schemas.openxmlformats.org/officeDocument/2006/relationships/font" Target="fonts/Exo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Ex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7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" name="Google Shape;2408;g3d563dc851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g3d563dc851c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g3d563dc851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g3d563dc851c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419;g3de04c821e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g3de04c821e3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4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g3d563dc851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g3d563dc851c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9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Google Shape;24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5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g3de04c821e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g3de04c821e3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3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5" name="Google Shape;24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1" name="Google Shape;24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g3d563dc85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g3d563dc851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g3de04c821e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g3de04c821e3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8" name="Shape 2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g3d563dc851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g3d563dc851c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g3de04c821e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g3de04c821e3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2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g3dd41aa2a5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g3dd41aa2a51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39"/>
              </a:srgbClr>
            </a:outerShdw>
          </a:effectLst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4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9" type="blank">
  <p:cSld name="BLANK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68" name="Google Shape;168;p16"/>
          <p:cNvSpPr txBox="1"/>
          <p:nvPr>
            <p:ph type="title"/>
          </p:nvPr>
        </p:nvSpPr>
        <p:spPr>
          <a:xfrm>
            <a:off x="713160" y="1088640"/>
            <a:ext cx="4401360" cy="1198440"/>
          </a:xfrm>
          <a:prstGeom prst="rect">
            <a:avLst/>
          </a:prstGeom>
          <a:noFill/>
          <a:ln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69" name="Google Shape;169;p16"/>
          <p:cNvGrpSpPr/>
          <p:nvPr/>
        </p:nvGrpSpPr>
        <p:grpSpPr>
          <a:xfrm>
            <a:off x="8137440" y="-109440"/>
            <a:ext cx="586440" cy="1284120"/>
            <a:chOff x="8137440" y="-109440"/>
            <a:chExt cx="586440" cy="1284120"/>
          </a:xfrm>
        </p:grpSpPr>
        <p:sp>
          <p:nvSpPr>
            <p:cNvPr id="170" name="Google Shape;170;p16"/>
            <p:cNvSpPr/>
            <p:nvPr/>
          </p:nvSpPr>
          <p:spPr>
            <a:xfrm>
              <a:off x="8137440" y="-10944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71" name="Google Shape;171;p16"/>
            <p:cNvGrpSpPr/>
            <p:nvPr/>
          </p:nvGrpSpPr>
          <p:grpSpPr>
            <a:xfrm>
              <a:off x="8309700" y="-108540"/>
              <a:ext cx="241560" cy="882360"/>
              <a:chOff x="8309700" y="-108540"/>
              <a:chExt cx="241560" cy="882360"/>
            </a:xfrm>
          </p:grpSpPr>
          <p:sp>
            <p:nvSpPr>
              <p:cNvPr id="172" name="Google Shape;172;p16"/>
              <p:cNvSpPr/>
              <p:nvPr/>
            </p:nvSpPr>
            <p:spPr>
              <a:xfrm rot="-5400000">
                <a:off x="8354520" y="57708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3" name="Google Shape;173;p16"/>
              <p:cNvSpPr/>
              <p:nvPr/>
            </p:nvSpPr>
            <p:spPr>
              <a:xfrm rot="-5400000">
                <a:off x="8355240" y="43020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4" name="Google Shape;174;p16"/>
              <p:cNvSpPr/>
              <p:nvPr/>
            </p:nvSpPr>
            <p:spPr>
              <a:xfrm rot="-5400000">
                <a:off x="8355240" y="28404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5" name="Google Shape;175;p16"/>
              <p:cNvSpPr/>
              <p:nvPr/>
            </p:nvSpPr>
            <p:spPr>
              <a:xfrm rot="-5400000">
                <a:off x="8355240" y="13788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6" name="Google Shape;176;p16"/>
              <p:cNvSpPr/>
              <p:nvPr/>
            </p:nvSpPr>
            <p:spPr>
              <a:xfrm rot="-5400000">
                <a:off x="8355240" y="-792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7" name="Google Shape;177;p16"/>
              <p:cNvSpPr/>
              <p:nvPr/>
            </p:nvSpPr>
            <p:spPr>
              <a:xfrm rot="-5400000">
                <a:off x="8355240" y="-15408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78" name="Google Shape;178;p16"/>
          <p:cNvGrpSpPr/>
          <p:nvPr/>
        </p:nvGrpSpPr>
        <p:grpSpPr>
          <a:xfrm>
            <a:off x="2517480" y="-116280"/>
            <a:ext cx="1520640" cy="301320"/>
            <a:chOff x="2517480" y="-116280"/>
            <a:chExt cx="1520640" cy="301320"/>
          </a:xfrm>
        </p:grpSpPr>
        <p:sp>
          <p:nvSpPr>
            <p:cNvPr id="179" name="Google Shape;179;p16"/>
            <p:cNvSpPr/>
            <p:nvPr/>
          </p:nvSpPr>
          <p:spPr>
            <a:xfrm>
              <a:off x="2611080" y="-698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3946680" y="93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3970440" y="1184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2517480" y="-1162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2541600" y="-918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84" name="Google Shape;184;p16"/>
          <p:cNvSpPr/>
          <p:nvPr/>
        </p:nvSpPr>
        <p:spPr>
          <a:xfrm rot="-5400000">
            <a:off x="341640" y="-348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85" name="Google Shape;185;p16"/>
          <p:cNvGrpSpPr/>
          <p:nvPr/>
        </p:nvGrpSpPr>
        <p:grpSpPr>
          <a:xfrm>
            <a:off x="4914000" y="675000"/>
            <a:ext cx="1252440" cy="50760"/>
            <a:chOff x="4914000" y="675000"/>
            <a:chExt cx="1252440" cy="50760"/>
          </a:xfrm>
        </p:grpSpPr>
        <p:sp>
          <p:nvSpPr>
            <p:cNvPr id="186" name="Google Shape;186;p16"/>
            <p:cNvSpPr/>
            <p:nvPr/>
          </p:nvSpPr>
          <p:spPr>
            <a:xfrm>
              <a:off x="4914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5006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5098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51912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52837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537624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" name="Google Shape;192;p16"/>
            <p:cNvSpPr/>
            <p:nvPr/>
          </p:nvSpPr>
          <p:spPr>
            <a:xfrm>
              <a:off x="54687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" name="Google Shape;193;p16"/>
            <p:cNvSpPr/>
            <p:nvPr/>
          </p:nvSpPr>
          <p:spPr>
            <a:xfrm>
              <a:off x="55612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56538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57459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58384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5931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6023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6115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0" name="Google Shape;200;p16"/>
          <p:cNvSpPr/>
          <p:nvPr/>
        </p:nvSpPr>
        <p:spPr>
          <a:xfrm rot="5400000">
            <a:off x="8208720" y="42040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1" name="Google Shape;201;p16"/>
          <p:cNvSpPr/>
          <p:nvPr/>
        </p:nvSpPr>
        <p:spPr>
          <a:xfrm rot="10800000">
            <a:off x="1362600" y="42404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2" name="Google Shape;202;p16"/>
          <p:cNvGrpSpPr/>
          <p:nvPr/>
        </p:nvGrpSpPr>
        <p:grpSpPr>
          <a:xfrm>
            <a:off x="5600520" y="4993560"/>
            <a:ext cx="1520280" cy="301680"/>
            <a:chOff x="5600520" y="4993560"/>
            <a:chExt cx="1520280" cy="301680"/>
          </a:xfrm>
        </p:grpSpPr>
        <p:sp>
          <p:nvSpPr>
            <p:cNvPr id="203" name="Google Shape;203;p16"/>
            <p:cNvSpPr/>
            <p:nvPr/>
          </p:nvSpPr>
          <p:spPr>
            <a:xfrm>
              <a:off x="5693760" y="50400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7029360" y="52038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7053480" y="52286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5600520" y="49935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5624280" y="50184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-217800" y="2000520"/>
            <a:ext cx="552600" cy="98640"/>
            <a:chOff x="-217800" y="2000520"/>
            <a:chExt cx="552600" cy="98640"/>
          </a:xfrm>
        </p:grpSpPr>
        <p:sp>
          <p:nvSpPr>
            <p:cNvPr id="209" name="Google Shape;209;p16"/>
            <p:cNvSpPr/>
            <p:nvPr/>
          </p:nvSpPr>
          <p:spPr>
            <a:xfrm rot="5400000">
              <a:off x="236160" y="20005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" name="Google Shape;210;p16"/>
            <p:cNvSpPr/>
            <p:nvPr/>
          </p:nvSpPr>
          <p:spPr>
            <a:xfrm rot="5400000">
              <a:off x="262800" y="20275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" name="Google Shape;211;p16"/>
            <p:cNvSpPr/>
            <p:nvPr/>
          </p:nvSpPr>
          <p:spPr>
            <a:xfrm rot="5400000">
              <a:off x="-217800" y="20037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" name="Google Shape;212;p16"/>
            <p:cNvSpPr/>
            <p:nvPr/>
          </p:nvSpPr>
          <p:spPr>
            <a:xfrm rot="5400000">
              <a:off x="-193680" y="20275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" name="Google Shape;213;p16"/>
            <p:cNvSpPr/>
            <p:nvPr/>
          </p:nvSpPr>
          <p:spPr>
            <a:xfrm rot="5400000">
              <a:off x="58320" y="18648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4" name="Google Shape;214;p1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1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17" name="Google Shape;217;p17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" name="Google Shape;254;p17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55" name="Google Shape;255;p17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6" name="Google Shape;256;p17"/>
          <p:cNvSpPr txBox="1"/>
          <p:nvPr>
            <p:ph idx="1" type="body"/>
          </p:nvPr>
        </p:nvSpPr>
        <p:spPr>
          <a:xfrm>
            <a:off x="713160" y="1187640"/>
            <a:ext cx="77173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257" name="Google Shape;257;p17"/>
          <p:cNvGrpSpPr/>
          <p:nvPr/>
        </p:nvGrpSpPr>
        <p:grpSpPr>
          <a:xfrm>
            <a:off x="8608860" y="-619740"/>
            <a:ext cx="296460" cy="1823220"/>
            <a:chOff x="8608860" y="-619740"/>
            <a:chExt cx="296460" cy="1823220"/>
          </a:xfrm>
        </p:grpSpPr>
        <p:sp>
          <p:nvSpPr>
            <p:cNvPr id="258" name="Google Shape;258;p17"/>
            <p:cNvSpPr/>
            <p:nvPr/>
          </p:nvSpPr>
          <p:spPr>
            <a:xfrm flipH="1" rot="5400000">
              <a:off x="7822080" y="16740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9" name="Google Shape;259;p17"/>
            <p:cNvSpPr/>
            <p:nvPr/>
          </p:nvSpPr>
          <p:spPr>
            <a:xfrm flipH="1" rot="5400000">
              <a:off x="8813880" y="515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0" name="Google Shape;260;p17"/>
            <p:cNvSpPr/>
            <p:nvPr/>
          </p:nvSpPr>
          <p:spPr>
            <a:xfrm flipH="1" rot="5400000">
              <a:off x="8838000" y="53928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1" name="Google Shape;261;p17"/>
            <p:cNvSpPr/>
            <p:nvPr/>
          </p:nvSpPr>
          <p:spPr>
            <a:xfrm flipH="1" rot="5400000">
              <a:off x="8714160" y="11120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2" name="Google Shape;262;p17"/>
            <p:cNvSpPr/>
            <p:nvPr/>
          </p:nvSpPr>
          <p:spPr>
            <a:xfrm flipH="1" rot="5400000">
              <a:off x="8738280" y="11354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3" name="Google Shape;263;p17"/>
            <p:cNvSpPr/>
            <p:nvPr/>
          </p:nvSpPr>
          <p:spPr>
            <a:xfrm flipH="1" rot="5400000">
              <a:off x="8204040" y="-14004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64" name="Google Shape;264;p17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65" name="Google Shape;265;p17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266" name="Google Shape;266;p17"/>
            <p:cNvSpPr/>
            <p:nvPr/>
          </p:nvSpPr>
          <p:spPr>
            <a:xfrm flipH="1" rot="10800000">
              <a:off x="8185320" y="47239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7" name="Google Shape;267;p17"/>
            <p:cNvSpPr/>
            <p:nvPr/>
          </p:nvSpPr>
          <p:spPr>
            <a:xfrm flipH="1" rot="10800000">
              <a:off x="8086320" y="48290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8" name="Google Shape;268;p17"/>
            <p:cNvSpPr/>
            <p:nvPr/>
          </p:nvSpPr>
          <p:spPr>
            <a:xfrm flipH="1" rot="10800000">
              <a:off x="8110440" y="48538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69" name="Google Shape;269;p17"/>
          <p:cNvGrpSpPr/>
          <p:nvPr/>
        </p:nvGrpSpPr>
        <p:grpSpPr>
          <a:xfrm>
            <a:off x="-243000" y="160560"/>
            <a:ext cx="1105560" cy="133560"/>
            <a:chOff x="-243000" y="160560"/>
            <a:chExt cx="1105560" cy="133560"/>
          </a:xfrm>
        </p:grpSpPr>
        <p:grpSp>
          <p:nvGrpSpPr>
            <p:cNvPr id="270" name="Google Shape;270;p17"/>
            <p:cNvGrpSpPr/>
            <p:nvPr/>
          </p:nvGrpSpPr>
          <p:grpSpPr>
            <a:xfrm>
              <a:off x="-243000" y="243360"/>
              <a:ext cx="883080" cy="50760"/>
              <a:chOff x="-243000" y="243360"/>
              <a:chExt cx="883080" cy="50760"/>
            </a:xfrm>
          </p:grpSpPr>
          <p:sp>
            <p:nvSpPr>
              <p:cNvPr id="271" name="Google Shape;271;p17"/>
              <p:cNvSpPr/>
              <p:nvPr/>
            </p:nvSpPr>
            <p:spPr>
              <a:xfrm>
                <a:off x="-2430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2" name="Google Shape;272;p17"/>
              <p:cNvSpPr/>
              <p:nvPr/>
            </p:nvSpPr>
            <p:spPr>
              <a:xfrm>
                <a:off x="-1504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3" name="Google Shape;273;p17"/>
              <p:cNvSpPr/>
              <p:nvPr/>
            </p:nvSpPr>
            <p:spPr>
              <a:xfrm>
                <a:off x="-579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4" name="Google Shape;274;p17"/>
              <p:cNvSpPr/>
              <p:nvPr/>
            </p:nvSpPr>
            <p:spPr>
              <a:xfrm>
                <a:off x="342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5" name="Google Shape;275;p17"/>
              <p:cNvSpPr/>
              <p:nvPr/>
            </p:nvSpPr>
            <p:spPr>
              <a:xfrm>
                <a:off x="1267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1924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7" name="Google Shape;277;p17"/>
              <p:cNvSpPr/>
              <p:nvPr/>
            </p:nvSpPr>
            <p:spPr>
              <a:xfrm>
                <a:off x="3117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8" name="Google Shape;278;p17"/>
              <p:cNvSpPr/>
              <p:nvPr/>
            </p:nvSpPr>
            <p:spPr>
              <a:xfrm>
                <a:off x="4042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4968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0" name="Google Shape;280;p17"/>
              <p:cNvSpPr/>
              <p:nvPr/>
            </p:nvSpPr>
            <p:spPr>
              <a:xfrm>
                <a:off x="5893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81" name="Google Shape;281;p17"/>
            <p:cNvGrpSpPr/>
            <p:nvPr/>
          </p:nvGrpSpPr>
          <p:grpSpPr>
            <a:xfrm>
              <a:off x="-20520" y="160560"/>
              <a:ext cx="883080" cy="50760"/>
              <a:chOff x="-20520" y="160560"/>
              <a:chExt cx="883080" cy="50760"/>
            </a:xfrm>
          </p:grpSpPr>
          <p:sp>
            <p:nvSpPr>
              <p:cNvPr id="282" name="Google Shape;282;p17"/>
              <p:cNvSpPr/>
              <p:nvPr/>
            </p:nvSpPr>
            <p:spPr>
              <a:xfrm>
                <a:off x="-20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3" name="Google Shape;283;p17"/>
              <p:cNvSpPr/>
              <p:nvPr/>
            </p:nvSpPr>
            <p:spPr>
              <a:xfrm>
                <a:off x="720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4" name="Google Shape;284;p17"/>
              <p:cNvSpPr/>
              <p:nvPr/>
            </p:nvSpPr>
            <p:spPr>
              <a:xfrm>
                <a:off x="164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5" name="Google Shape;285;p17"/>
              <p:cNvSpPr/>
              <p:nvPr/>
            </p:nvSpPr>
            <p:spPr>
              <a:xfrm>
                <a:off x="25704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6" name="Google Shape;286;p17"/>
              <p:cNvSpPr/>
              <p:nvPr/>
            </p:nvSpPr>
            <p:spPr>
              <a:xfrm>
                <a:off x="3495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7" name="Google Shape;287;p17"/>
              <p:cNvSpPr/>
              <p:nvPr/>
            </p:nvSpPr>
            <p:spPr>
              <a:xfrm>
                <a:off x="4420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8" name="Google Shape;288;p17"/>
              <p:cNvSpPr/>
              <p:nvPr/>
            </p:nvSpPr>
            <p:spPr>
              <a:xfrm>
                <a:off x="5346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9" name="Google Shape;289;p17"/>
              <p:cNvSpPr/>
              <p:nvPr/>
            </p:nvSpPr>
            <p:spPr>
              <a:xfrm>
                <a:off x="6267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90" name="Google Shape;290;p17"/>
              <p:cNvSpPr/>
              <p:nvPr/>
            </p:nvSpPr>
            <p:spPr>
              <a:xfrm>
                <a:off x="7192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91" name="Google Shape;291;p17"/>
              <p:cNvSpPr/>
              <p:nvPr/>
            </p:nvSpPr>
            <p:spPr>
              <a:xfrm>
                <a:off x="8118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292" name="Google Shape;292;p17"/>
          <p:cNvSpPr/>
          <p:nvPr/>
        </p:nvSpPr>
        <p:spPr>
          <a:xfrm>
            <a:off x="-1568520" y="336348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3" name="Google Shape;293;p17"/>
          <p:cNvSpPr/>
          <p:nvPr/>
        </p:nvSpPr>
        <p:spPr>
          <a:xfrm rot="10800000">
            <a:off x="360" y="38592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6">
  <p:cSld name="BLANK_16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1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96" name="Google Shape;296;p18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9" name="Google Shape;309;p18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0" name="Google Shape;310;p18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3" name="Google Shape;323;p18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4" name="Google Shape;324;p18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7" name="Google Shape;327;p18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0" name="Google Shape;330;p18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1" name="Google Shape;331;p18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2" name="Google Shape;332;p18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3" name="Google Shape;333;p18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34" name="Google Shape;334;p18"/>
          <p:cNvSpPr txBox="1"/>
          <p:nvPr>
            <p:ph type="title"/>
          </p:nvPr>
        </p:nvSpPr>
        <p:spPr>
          <a:xfrm>
            <a:off x="865440" y="753480"/>
            <a:ext cx="4466520" cy="1141200"/>
          </a:xfrm>
          <a:prstGeom prst="rect">
            <a:avLst/>
          </a:prstGeom>
          <a:noFill/>
          <a:ln>
            <a:noFill/>
          </a:ln>
          <a:effectLst>
            <a:outerShdw blurRad="8568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335" name="Google Shape;335;p18"/>
          <p:cNvGrpSpPr/>
          <p:nvPr/>
        </p:nvGrpSpPr>
        <p:grpSpPr>
          <a:xfrm>
            <a:off x="246060" y="1696860"/>
            <a:ext cx="241560" cy="882720"/>
            <a:chOff x="246060" y="1696860"/>
            <a:chExt cx="241560" cy="882720"/>
          </a:xfrm>
        </p:grpSpPr>
        <p:sp>
          <p:nvSpPr>
            <p:cNvPr id="336" name="Google Shape;336;p18"/>
            <p:cNvSpPr/>
            <p:nvPr/>
          </p:nvSpPr>
          <p:spPr>
            <a:xfrm rot="5400000">
              <a:off x="290880" y="16520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7" name="Google Shape;337;p18"/>
            <p:cNvSpPr/>
            <p:nvPr/>
          </p:nvSpPr>
          <p:spPr>
            <a:xfrm rot="5400000">
              <a:off x="291600" y="17985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8" name="Google Shape;338;p18"/>
            <p:cNvSpPr/>
            <p:nvPr/>
          </p:nvSpPr>
          <p:spPr>
            <a:xfrm rot="5400000">
              <a:off x="291600" y="1944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9" name="Google Shape;339;p18"/>
            <p:cNvSpPr/>
            <p:nvPr/>
          </p:nvSpPr>
          <p:spPr>
            <a:xfrm rot="5400000">
              <a:off x="291600" y="209088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0" name="Google Shape;340;p18"/>
            <p:cNvSpPr/>
            <p:nvPr/>
          </p:nvSpPr>
          <p:spPr>
            <a:xfrm rot="5400000">
              <a:off x="291600" y="22374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1" name="Google Shape;341;p18"/>
            <p:cNvSpPr/>
            <p:nvPr/>
          </p:nvSpPr>
          <p:spPr>
            <a:xfrm rot="5400000">
              <a:off x="291600" y="2383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42" name="Google Shape;342;p18"/>
          <p:cNvGrpSpPr/>
          <p:nvPr/>
        </p:nvGrpSpPr>
        <p:grpSpPr>
          <a:xfrm>
            <a:off x="2273040" y="-131040"/>
            <a:ext cx="1520280" cy="301320"/>
            <a:chOff x="2273040" y="-131040"/>
            <a:chExt cx="1520280" cy="301320"/>
          </a:xfrm>
        </p:grpSpPr>
        <p:sp>
          <p:nvSpPr>
            <p:cNvPr id="343" name="Google Shape;343;p18"/>
            <p:cNvSpPr/>
            <p:nvPr/>
          </p:nvSpPr>
          <p:spPr>
            <a:xfrm>
              <a:off x="2366280" y="-846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4" name="Google Shape;344;p18"/>
            <p:cNvSpPr/>
            <p:nvPr/>
          </p:nvSpPr>
          <p:spPr>
            <a:xfrm>
              <a:off x="3701880" y="78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5" name="Google Shape;345;p18"/>
            <p:cNvSpPr/>
            <p:nvPr/>
          </p:nvSpPr>
          <p:spPr>
            <a:xfrm>
              <a:off x="3726000" y="1036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6" name="Google Shape;346;p18"/>
            <p:cNvSpPr/>
            <p:nvPr/>
          </p:nvSpPr>
          <p:spPr>
            <a:xfrm>
              <a:off x="2273040" y="-1310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2296800" y="-1065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48" name="Google Shape;348;p18"/>
          <p:cNvGrpSpPr/>
          <p:nvPr/>
        </p:nvGrpSpPr>
        <p:grpSpPr>
          <a:xfrm>
            <a:off x="-141480" y="4021920"/>
            <a:ext cx="552600" cy="98640"/>
            <a:chOff x="-141480" y="4021920"/>
            <a:chExt cx="552600" cy="98640"/>
          </a:xfrm>
        </p:grpSpPr>
        <p:sp>
          <p:nvSpPr>
            <p:cNvPr id="349" name="Google Shape;349;p18"/>
            <p:cNvSpPr/>
            <p:nvPr/>
          </p:nvSpPr>
          <p:spPr>
            <a:xfrm rot="5400000">
              <a:off x="312480" y="40219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0" name="Google Shape;350;p18"/>
            <p:cNvSpPr/>
            <p:nvPr/>
          </p:nvSpPr>
          <p:spPr>
            <a:xfrm rot="5400000">
              <a:off x="339120" y="40489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1" name="Google Shape;351;p18"/>
            <p:cNvSpPr/>
            <p:nvPr/>
          </p:nvSpPr>
          <p:spPr>
            <a:xfrm rot="5400000">
              <a:off x="-141480" y="40251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2" name="Google Shape;352;p18"/>
            <p:cNvSpPr/>
            <p:nvPr/>
          </p:nvSpPr>
          <p:spPr>
            <a:xfrm rot="5400000">
              <a:off x="-117720" y="40489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3" name="Google Shape;353;p18"/>
            <p:cNvSpPr/>
            <p:nvPr/>
          </p:nvSpPr>
          <p:spPr>
            <a:xfrm rot="5400000">
              <a:off x="134640" y="38862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54" name="Google Shape;354;p18"/>
          <p:cNvSpPr/>
          <p:nvPr/>
        </p:nvSpPr>
        <p:spPr>
          <a:xfrm>
            <a:off x="538560" y="-2692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55" name="Google Shape;355;p18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56" name="Google Shape;356;p18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357" name="Google Shape;357;p18"/>
          <p:cNvGrpSpPr/>
          <p:nvPr/>
        </p:nvGrpSpPr>
        <p:grpSpPr>
          <a:xfrm>
            <a:off x="8694000" y="-363060"/>
            <a:ext cx="301140" cy="1520100"/>
            <a:chOff x="8694000" y="-363060"/>
            <a:chExt cx="301140" cy="1520100"/>
          </a:xfrm>
        </p:grpSpPr>
        <p:sp>
          <p:nvSpPr>
            <p:cNvPr id="358" name="Google Shape;358;p18"/>
            <p:cNvSpPr/>
            <p:nvPr/>
          </p:nvSpPr>
          <p:spPr>
            <a:xfrm rot="5400000">
              <a:off x="8177040" y="2930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9" name="Google Shape;359;p18"/>
            <p:cNvSpPr/>
            <p:nvPr/>
          </p:nvSpPr>
          <p:spPr>
            <a:xfrm rot="5400000">
              <a:off x="8694000" y="1065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0" name="Google Shape;360;p18"/>
            <p:cNvSpPr/>
            <p:nvPr/>
          </p:nvSpPr>
          <p:spPr>
            <a:xfrm rot="5400000">
              <a:off x="8718120" y="10900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1" name="Google Shape;361;p18"/>
            <p:cNvSpPr/>
            <p:nvPr/>
          </p:nvSpPr>
          <p:spPr>
            <a:xfrm rot="5400000">
              <a:off x="8903160" y="-3636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2" name="Google Shape;362;p18"/>
            <p:cNvSpPr/>
            <p:nvPr/>
          </p:nvSpPr>
          <p:spPr>
            <a:xfrm rot="5400000">
              <a:off x="8928000" y="-3394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63" name="Google Shape;363;p18"/>
          <p:cNvGrpSpPr/>
          <p:nvPr/>
        </p:nvGrpSpPr>
        <p:grpSpPr>
          <a:xfrm>
            <a:off x="-240840" y="4336200"/>
            <a:ext cx="1524960" cy="586440"/>
            <a:chOff x="-240840" y="4336200"/>
            <a:chExt cx="1524960" cy="586440"/>
          </a:xfrm>
        </p:grpSpPr>
        <p:sp>
          <p:nvSpPr>
            <p:cNvPr id="364" name="Google Shape;364;p18"/>
            <p:cNvSpPr/>
            <p:nvPr/>
          </p:nvSpPr>
          <p:spPr>
            <a:xfrm rot="-5400000">
              <a:off x="348840" y="398736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365" name="Google Shape;365;p18"/>
            <p:cNvGrpSpPr/>
            <p:nvPr/>
          </p:nvGrpSpPr>
          <p:grpSpPr>
            <a:xfrm>
              <a:off x="-240840" y="4562280"/>
              <a:ext cx="1105560" cy="133920"/>
              <a:chOff x="-240840" y="4562280"/>
              <a:chExt cx="1105560" cy="133920"/>
            </a:xfrm>
          </p:grpSpPr>
          <p:grpSp>
            <p:nvGrpSpPr>
              <p:cNvPr id="366" name="Google Shape;366;p18"/>
              <p:cNvGrpSpPr/>
              <p:nvPr/>
            </p:nvGrpSpPr>
            <p:grpSpPr>
              <a:xfrm>
                <a:off x="-240840" y="4645440"/>
                <a:ext cx="883080" cy="50760"/>
                <a:chOff x="-240840" y="4645440"/>
                <a:chExt cx="883080" cy="50760"/>
              </a:xfrm>
            </p:grpSpPr>
            <p:sp>
              <p:nvSpPr>
                <p:cNvPr id="367" name="Google Shape;367;p18"/>
                <p:cNvSpPr/>
                <p:nvPr/>
              </p:nvSpPr>
              <p:spPr>
                <a:xfrm>
                  <a:off x="-2408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68" name="Google Shape;368;p18"/>
                <p:cNvSpPr/>
                <p:nvPr/>
              </p:nvSpPr>
              <p:spPr>
                <a:xfrm>
                  <a:off x="-1483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69" name="Google Shape;369;p18"/>
                <p:cNvSpPr/>
                <p:nvPr/>
              </p:nvSpPr>
              <p:spPr>
                <a:xfrm>
                  <a:off x="-558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0" name="Google Shape;370;p18"/>
                <p:cNvSpPr/>
                <p:nvPr/>
              </p:nvSpPr>
              <p:spPr>
                <a:xfrm>
                  <a:off x="367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1" name="Google Shape;371;p18"/>
                <p:cNvSpPr/>
                <p:nvPr/>
              </p:nvSpPr>
              <p:spPr>
                <a:xfrm>
                  <a:off x="1288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2" name="Google Shape;372;p18"/>
                <p:cNvSpPr/>
                <p:nvPr/>
              </p:nvSpPr>
              <p:spPr>
                <a:xfrm>
                  <a:off x="2214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3" name="Google Shape;373;p18"/>
                <p:cNvSpPr/>
                <p:nvPr/>
              </p:nvSpPr>
              <p:spPr>
                <a:xfrm>
                  <a:off x="3139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4" name="Google Shape;374;p18"/>
                <p:cNvSpPr/>
                <p:nvPr/>
              </p:nvSpPr>
              <p:spPr>
                <a:xfrm>
                  <a:off x="4064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5" name="Google Shape;375;p18"/>
                <p:cNvSpPr/>
                <p:nvPr/>
              </p:nvSpPr>
              <p:spPr>
                <a:xfrm>
                  <a:off x="49896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6" name="Google Shape;376;p18"/>
                <p:cNvSpPr/>
                <p:nvPr/>
              </p:nvSpPr>
              <p:spPr>
                <a:xfrm>
                  <a:off x="5914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377" name="Google Shape;377;p18"/>
              <p:cNvGrpSpPr/>
              <p:nvPr/>
            </p:nvGrpSpPr>
            <p:grpSpPr>
              <a:xfrm>
                <a:off x="-18000" y="4562280"/>
                <a:ext cx="882720" cy="50760"/>
                <a:chOff x="-18000" y="4562280"/>
                <a:chExt cx="882720" cy="50760"/>
              </a:xfrm>
            </p:grpSpPr>
            <p:sp>
              <p:nvSpPr>
                <p:cNvPr id="378" name="Google Shape;378;p18"/>
                <p:cNvSpPr/>
                <p:nvPr/>
              </p:nvSpPr>
              <p:spPr>
                <a:xfrm>
                  <a:off x="-180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79" name="Google Shape;379;p18"/>
                <p:cNvSpPr/>
                <p:nvPr/>
              </p:nvSpPr>
              <p:spPr>
                <a:xfrm>
                  <a:off x="741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0" name="Google Shape;380;p18"/>
                <p:cNvSpPr/>
                <p:nvPr/>
              </p:nvSpPr>
              <p:spPr>
                <a:xfrm>
                  <a:off x="1666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1" name="Google Shape;381;p18"/>
                <p:cNvSpPr/>
                <p:nvPr/>
              </p:nvSpPr>
              <p:spPr>
                <a:xfrm>
                  <a:off x="2592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2" name="Google Shape;382;p18"/>
                <p:cNvSpPr/>
                <p:nvPr/>
              </p:nvSpPr>
              <p:spPr>
                <a:xfrm>
                  <a:off x="35172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3" name="Google Shape;383;p18"/>
                <p:cNvSpPr/>
                <p:nvPr/>
              </p:nvSpPr>
              <p:spPr>
                <a:xfrm>
                  <a:off x="4442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4" name="Google Shape;384;p18"/>
                <p:cNvSpPr/>
                <p:nvPr/>
              </p:nvSpPr>
              <p:spPr>
                <a:xfrm>
                  <a:off x="5367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5" name="Google Shape;385;p18"/>
                <p:cNvSpPr/>
                <p:nvPr/>
              </p:nvSpPr>
              <p:spPr>
                <a:xfrm>
                  <a:off x="6292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6" name="Google Shape;386;p18"/>
                <p:cNvSpPr/>
                <p:nvPr/>
              </p:nvSpPr>
              <p:spPr>
                <a:xfrm>
                  <a:off x="7214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7" name="Google Shape;387;p18"/>
                <p:cNvSpPr/>
                <p:nvPr/>
              </p:nvSpPr>
              <p:spPr>
                <a:xfrm>
                  <a:off x="8139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</p:grpSp>
      <p:grpSp>
        <p:nvGrpSpPr>
          <p:cNvPr id="388" name="Google Shape;388;p18"/>
          <p:cNvGrpSpPr/>
          <p:nvPr/>
        </p:nvGrpSpPr>
        <p:grpSpPr>
          <a:xfrm>
            <a:off x="5717520" y="4966560"/>
            <a:ext cx="1520280" cy="301680"/>
            <a:chOff x="5717520" y="4966560"/>
            <a:chExt cx="1520280" cy="301680"/>
          </a:xfrm>
        </p:grpSpPr>
        <p:sp>
          <p:nvSpPr>
            <p:cNvPr id="389" name="Google Shape;389;p18"/>
            <p:cNvSpPr/>
            <p:nvPr/>
          </p:nvSpPr>
          <p:spPr>
            <a:xfrm>
              <a:off x="5810760" y="50130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7146360" y="51768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7170480" y="52012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5717520" y="49665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5741280" y="49914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94" name="Google Shape;394;p18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>
  <p:cSld name="BLANK_2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1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97" name="Google Shape;397;p19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8" name="Google Shape;398;p19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9" name="Google Shape;399;p19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0" name="Google Shape;400;p19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1" name="Google Shape;401;p19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2" name="Google Shape;402;p19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3" name="Google Shape;403;p19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4" name="Google Shape;404;p19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5" name="Google Shape;405;p19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8" name="Google Shape;408;p19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0" name="Google Shape;410;p19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1" name="Google Shape;411;p19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2" name="Google Shape;412;p19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3" name="Google Shape;413;p19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4" name="Google Shape;414;p19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5" name="Google Shape;415;p19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6" name="Google Shape;416;p19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7" name="Google Shape;417;p19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8" name="Google Shape;418;p19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9" name="Google Shape;419;p19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5" name="Google Shape;425;p19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6" name="Google Shape;426;p19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8" name="Google Shape;428;p19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9" name="Google Shape;429;p19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4" name="Google Shape;434;p19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35" name="Google Shape;435;p19"/>
          <p:cNvSpPr txBox="1"/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6" name="Google Shape;436;p19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b="0" lang="en-US" sz="1200" u="none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lang="en-US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en-US" sz="1200" u="sng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lang="en-US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b="1" lang="en-US" sz="1200" u="sng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7" name="Google Shape;437;p19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38" name="Google Shape;438;p19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439" name="Google Shape;439;p19"/>
            <p:cNvSpPr/>
            <p:nvPr/>
          </p:nvSpPr>
          <p:spPr>
            <a:xfrm rot="-5400000">
              <a:off x="348840" y="25848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440" name="Google Shape;440;p19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441" name="Google Shape;441;p19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447" name="Google Shape;447;p19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448" name="Google Shape;448;p19"/>
            <p:cNvSpPr/>
            <p:nvPr/>
          </p:nvSpPr>
          <p:spPr>
            <a:xfrm>
              <a:off x="2712240" y="50277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4047840" y="51915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4071960" y="52160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2619000" y="498132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2642760" y="5006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53" name="Google Shape;453;p19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454" name="Google Shape;454;p19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5" name="Google Shape;455;p19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6" name="Google Shape;456;p19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7" name="Google Shape;457;p19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8" name="Google Shape;458;p19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59" name="Google Shape;459;p19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460" name="Google Shape;460;p19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62" name="Google Shape;462;p19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463" name="Google Shape;463;p19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4" name="Google Shape;464;p19"/>
            <p:cNvSpPr/>
            <p:nvPr/>
          </p:nvSpPr>
          <p:spPr>
            <a:xfrm flipH="1">
              <a:off x="1202040" y="43131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5" name="Google Shape;465;p19"/>
            <p:cNvSpPr/>
            <p:nvPr/>
          </p:nvSpPr>
          <p:spPr>
            <a:xfrm flipH="1">
              <a:off x="1225080" y="43380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66" name="Google Shape;466;p19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67" name="Google Shape;467;p19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468" name="Google Shape;468;p19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469" name="Google Shape;469;p19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1" name="Google Shape;471;p19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2" name="Google Shape;472;p19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479" name="Google Shape;479;p19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480" name="Google Shape;480;p19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490" name="Google Shape;490;p19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91" name="Google Shape;491;p19"/>
          <p:cNvGrpSpPr/>
          <p:nvPr/>
        </p:nvGrpSpPr>
        <p:grpSpPr>
          <a:xfrm>
            <a:off x="7935840" y="-377820"/>
            <a:ext cx="296100" cy="1822500"/>
            <a:chOff x="7935840" y="-377820"/>
            <a:chExt cx="296100" cy="1822500"/>
          </a:xfrm>
        </p:grpSpPr>
        <p:sp>
          <p:nvSpPr>
            <p:cNvPr id="492" name="Google Shape;492;p19"/>
            <p:cNvSpPr/>
            <p:nvPr/>
          </p:nvSpPr>
          <p:spPr>
            <a:xfrm rot="-5400000">
              <a:off x="7295040" y="4089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3" name="Google Shape;493;p19"/>
            <p:cNvSpPr/>
            <p:nvPr/>
          </p:nvSpPr>
          <p:spPr>
            <a:xfrm rot="-5400000">
              <a:off x="7935840" y="7570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4" name="Google Shape;494;p19"/>
            <p:cNvSpPr/>
            <p:nvPr/>
          </p:nvSpPr>
          <p:spPr>
            <a:xfrm rot="-5400000">
              <a:off x="7960320" y="78120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5" name="Google Shape;495;p19"/>
            <p:cNvSpPr/>
            <p:nvPr/>
          </p:nvSpPr>
          <p:spPr>
            <a:xfrm rot="-5400000">
              <a:off x="8035560" y="1353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6" name="Google Shape;496;p19"/>
            <p:cNvSpPr/>
            <p:nvPr/>
          </p:nvSpPr>
          <p:spPr>
            <a:xfrm rot="-5400000">
              <a:off x="8060040" y="1377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7" name="Google Shape;497;p19"/>
            <p:cNvSpPr/>
            <p:nvPr/>
          </p:nvSpPr>
          <p:spPr>
            <a:xfrm rot="-5400000">
              <a:off x="7502400" y="10188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98" name="Google Shape;498;p19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499" name="Google Shape;499;p19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500" name="Google Shape;500;p19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510" name="Google Shape;510;p19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511" name="Google Shape;511;p19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2" name="Google Shape;512;p19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4" name="Google Shape;514;p19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5" name="Google Shape;515;p19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6" name="Google Shape;516;p19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7" name="Google Shape;517;p19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8" name="Google Shape;518;p19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9" name="Google Shape;519;p19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20" name="Google Shape;520;p19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521" name="Google Shape;521;p19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522" name="Google Shape;522;p19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3" name="Google Shape;523;p19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4" name="Google Shape;524;p19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5" name="Google Shape;525;p19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6" name="Google Shape;526;p19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7" name="Google Shape;527;p19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8" name="Google Shape;528;p19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9" name="Google Shape;529;p19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0" name="Google Shape;530;p19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1" name="Google Shape;531;p19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2" name="Google Shape;532;p19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3" name="Google Shape;533;p19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4" name="Google Shape;534;p19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5" name="Google Shape;535;p19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36" name="Google Shape;536;p19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" name="Google Shape;539;p21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540" name="Google Shape;540;p21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1" name="Google Shape;541;p21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2" name="Google Shape;542;p21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3" name="Google Shape;543;p21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4" name="Google Shape;544;p21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5" name="Google Shape;545;p21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6" name="Google Shape;546;p21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7" name="Google Shape;547;p21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8" name="Google Shape;548;p21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9" name="Google Shape;549;p21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0" name="Google Shape;550;p21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1" name="Google Shape;551;p21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2" name="Google Shape;552;p21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3" name="Google Shape;553;p21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4" name="Google Shape;554;p21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5" name="Google Shape;555;p21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6" name="Google Shape;556;p21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7" name="Google Shape;557;p21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8" name="Google Shape;558;p21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9" name="Google Shape;559;p21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0" name="Google Shape;560;p21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1" name="Google Shape;561;p21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2" name="Google Shape;562;p21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3" name="Google Shape;563;p21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4" name="Google Shape;564;p21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5" name="Google Shape;565;p21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6" name="Google Shape;566;p21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7" name="Google Shape;567;p21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8" name="Google Shape;568;p21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9" name="Google Shape;569;p21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0" name="Google Shape;570;p21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1" name="Google Shape;571;p21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2" name="Google Shape;572;p21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3" name="Google Shape;573;p21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4" name="Google Shape;574;p21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5" name="Google Shape;575;p21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6" name="Google Shape;576;p21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7" name="Google Shape;577;p21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78" name="Google Shape;578;p21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79" name="Google Shape;579;p21"/>
          <p:cNvSpPr txBox="1"/>
          <p:nvPr>
            <p:ph idx="2" type="title"/>
          </p:nvPr>
        </p:nvSpPr>
        <p:spPr>
          <a:xfrm>
            <a:off x="776520" y="1982520"/>
            <a:ext cx="22330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0" name="Google Shape;580;p21"/>
          <p:cNvSpPr txBox="1"/>
          <p:nvPr>
            <p:ph idx="3" type="title"/>
          </p:nvPr>
        </p:nvSpPr>
        <p:spPr>
          <a:xfrm>
            <a:off x="776520" y="1345320"/>
            <a:ext cx="223308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1" name="Google Shape;581;p21"/>
          <p:cNvSpPr txBox="1"/>
          <p:nvPr>
            <p:ph idx="4" type="title"/>
          </p:nvPr>
        </p:nvSpPr>
        <p:spPr>
          <a:xfrm>
            <a:off x="3471120" y="1982520"/>
            <a:ext cx="2201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2" name="Google Shape;582;p21"/>
          <p:cNvSpPr txBox="1"/>
          <p:nvPr>
            <p:ph idx="5" type="title"/>
          </p:nvPr>
        </p:nvSpPr>
        <p:spPr>
          <a:xfrm>
            <a:off x="3471120" y="1345320"/>
            <a:ext cx="220140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3" name="Google Shape;583;p21"/>
          <p:cNvSpPr txBox="1"/>
          <p:nvPr>
            <p:ph idx="6" type="title"/>
          </p:nvPr>
        </p:nvSpPr>
        <p:spPr>
          <a:xfrm>
            <a:off x="6149880" y="1982520"/>
            <a:ext cx="2201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4" name="Google Shape;584;p21"/>
          <p:cNvSpPr txBox="1"/>
          <p:nvPr>
            <p:ph idx="7" type="title"/>
          </p:nvPr>
        </p:nvSpPr>
        <p:spPr>
          <a:xfrm>
            <a:off x="6149880" y="1345320"/>
            <a:ext cx="220140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5" name="Google Shape;585;p21"/>
          <p:cNvSpPr txBox="1"/>
          <p:nvPr>
            <p:ph idx="8" type="title"/>
          </p:nvPr>
        </p:nvSpPr>
        <p:spPr>
          <a:xfrm>
            <a:off x="776520" y="3618000"/>
            <a:ext cx="22330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6" name="Google Shape;586;p21"/>
          <p:cNvSpPr txBox="1"/>
          <p:nvPr>
            <p:ph idx="9" type="title"/>
          </p:nvPr>
        </p:nvSpPr>
        <p:spPr>
          <a:xfrm>
            <a:off x="776520" y="2980800"/>
            <a:ext cx="223308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7" name="Google Shape;587;p21"/>
          <p:cNvSpPr txBox="1"/>
          <p:nvPr>
            <p:ph idx="13" type="title"/>
          </p:nvPr>
        </p:nvSpPr>
        <p:spPr>
          <a:xfrm>
            <a:off x="3471120" y="3618000"/>
            <a:ext cx="2201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8" name="Google Shape;588;p21"/>
          <p:cNvSpPr txBox="1"/>
          <p:nvPr>
            <p:ph idx="14" type="title"/>
          </p:nvPr>
        </p:nvSpPr>
        <p:spPr>
          <a:xfrm>
            <a:off x="3471120" y="2980800"/>
            <a:ext cx="220140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9" name="Google Shape;589;p21"/>
          <p:cNvSpPr txBox="1"/>
          <p:nvPr>
            <p:ph idx="15" type="title"/>
          </p:nvPr>
        </p:nvSpPr>
        <p:spPr>
          <a:xfrm>
            <a:off x="6149880" y="3618000"/>
            <a:ext cx="2201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0" name="Google Shape;590;p21"/>
          <p:cNvSpPr txBox="1"/>
          <p:nvPr>
            <p:ph idx="16" type="title"/>
          </p:nvPr>
        </p:nvSpPr>
        <p:spPr>
          <a:xfrm>
            <a:off x="6149880" y="2980800"/>
            <a:ext cx="220140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591" name="Google Shape;591;p21"/>
          <p:cNvGrpSpPr/>
          <p:nvPr/>
        </p:nvGrpSpPr>
        <p:grpSpPr>
          <a:xfrm>
            <a:off x="8154720" y="4796280"/>
            <a:ext cx="552600" cy="98640"/>
            <a:chOff x="8154720" y="4796280"/>
            <a:chExt cx="552600" cy="98640"/>
          </a:xfrm>
        </p:grpSpPr>
        <p:sp>
          <p:nvSpPr>
            <p:cNvPr id="592" name="Google Shape;592;p21"/>
            <p:cNvSpPr/>
            <p:nvPr/>
          </p:nvSpPr>
          <p:spPr>
            <a:xfrm rot="5400000">
              <a:off x="8608680" y="47962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3" name="Google Shape;593;p21"/>
            <p:cNvSpPr/>
            <p:nvPr/>
          </p:nvSpPr>
          <p:spPr>
            <a:xfrm rot="5400000">
              <a:off x="8635320" y="48232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4" name="Google Shape;594;p21"/>
            <p:cNvSpPr/>
            <p:nvPr/>
          </p:nvSpPr>
          <p:spPr>
            <a:xfrm rot="5400000">
              <a:off x="8154720" y="4799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5" name="Google Shape;595;p21"/>
            <p:cNvSpPr/>
            <p:nvPr/>
          </p:nvSpPr>
          <p:spPr>
            <a:xfrm rot="5400000">
              <a:off x="8178840" y="48232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6" name="Google Shape;596;p21"/>
            <p:cNvSpPr/>
            <p:nvPr/>
          </p:nvSpPr>
          <p:spPr>
            <a:xfrm rot="5400000">
              <a:off x="8430840" y="46605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97" name="Google Shape;597;p21"/>
          <p:cNvSpPr/>
          <p:nvPr/>
        </p:nvSpPr>
        <p:spPr>
          <a:xfrm>
            <a:off x="0" y="21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598" name="Google Shape;598;p21"/>
          <p:cNvGrpSpPr/>
          <p:nvPr/>
        </p:nvGrpSpPr>
        <p:grpSpPr>
          <a:xfrm>
            <a:off x="172260" y="2700"/>
            <a:ext cx="241560" cy="882360"/>
            <a:chOff x="172260" y="2700"/>
            <a:chExt cx="241560" cy="882360"/>
          </a:xfrm>
        </p:grpSpPr>
        <p:sp>
          <p:nvSpPr>
            <p:cNvPr id="599" name="Google Shape;599;p21"/>
            <p:cNvSpPr/>
            <p:nvPr/>
          </p:nvSpPr>
          <p:spPr>
            <a:xfrm rot="-5400000">
              <a:off x="217080" y="6883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0" name="Google Shape;600;p21"/>
            <p:cNvSpPr/>
            <p:nvPr/>
          </p:nvSpPr>
          <p:spPr>
            <a:xfrm rot="-5400000">
              <a:off x="217800" y="54180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1" name="Google Shape;601;p21"/>
            <p:cNvSpPr/>
            <p:nvPr/>
          </p:nvSpPr>
          <p:spPr>
            <a:xfrm rot="-5400000">
              <a:off x="217800" y="395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2" name="Google Shape;602;p21"/>
            <p:cNvSpPr/>
            <p:nvPr/>
          </p:nvSpPr>
          <p:spPr>
            <a:xfrm rot="-5400000">
              <a:off x="217800" y="249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3" name="Google Shape;603;p21"/>
            <p:cNvSpPr/>
            <p:nvPr/>
          </p:nvSpPr>
          <p:spPr>
            <a:xfrm rot="-5400000">
              <a:off x="217800" y="1029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4" name="Google Shape;604;p21"/>
            <p:cNvSpPr/>
            <p:nvPr/>
          </p:nvSpPr>
          <p:spPr>
            <a:xfrm rot="-5400000">
              <a:off x="217800" y="-428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05" name="Google Shape;605;p21"/>
          <p:cNvSpPr/>
          <p:nvPr/>
        </p:nvSpPr>
        <p:spPr>
          <a:xfrm flipH="1" rot="5400000">
            <a:off x="8215560" y="-3348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606" name="Google Shape;606;p21"/>
          <p:cNvGrpSpPr/>
          <p:nvPr/>
        </p:nvGrpSpPr>
        <p:grpSpPr>
          <a:xfrm>
            <a:off x="-255960" y="4796280"/>
            <a:ext cx="1105560" cy="133560"/>
            <a:chOff x="-255960" y="4796280"/>
            <a:chExt cx="1105560" cy="133560"/>
          </a:xfrm>
        </p:grpSpPr>
        <p:grpSp>
          <p:nvGrpSpPr>
            <p:cNvPr id="607" name="Google Shape;607;p21"/>
            <p:cNvGrpSpPr/>
            <p:nvPr/>
          </p:nvGrpSpPr>
          <p:grpSpPr>
            <a:xfrm>
              <a:off x="-255960" y="4879080"/>
              <a:ext cx="883080" cy="50760"/>
              <a:chOff x="-255960" y="4879080"/>
              <a:chExt cx="883080" cy="50760"/>
            </a:xfrm>
          </p:grpSpPr>
          <p:sp>
            <p:nvSpPr>
              <p:cNvPr id="608" name="Google Shape;608;p21"/>
              <p:cNvSpPr/>
              <p:nvPr/>
            </p:nvSpPr>
            <p:spPr>
              <a:xfrm>
                <a:off x="-2559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09" name="Google Shape;609;p21"/>
              <p:cNvSpPr/>
              <p:nvPr/>
            </p:nvSpPr>
            <p:spPr>
              <a:xfrm>
                <a:off x="-1634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0" name="Google Shape;610;p21"/>
              <p:cNvSpPr/>
              <p:nvPr/>
            </p:nvSpPr>
            <p:spPr>
              <a:xfrm>
                <a:off x="-7092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1" name="Google Shape;611;p21"/>
              <p:cNvSpPr/>
              <p:nvPr/>
            </p:nvSpPr>
            <p:spPr>
              <a:xfrm>
                <a:off x="212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2" name="Google Shape;612;p21"/>
              <p:cNvSpPr/>
              <p:nvPr/>
            </p:nvSpPr>
            <p:spPr>
              <a:xfrm>
                <a:off x="1137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3" name="Google Shape;613;p21"/>
              <p:cNvSpPr/>
              <p:nvPr/>
            </p:nvSpPr>
            <p:spPr>
              <a:xfrm>
                <a:off x="20628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4" name="Google Shape;614;p21"/>
              <p:cNvSpPr/>
              <p:nvPr/>
            </p:nvSpPr>
            <p:spPr>
              <a:xfrm>
                <a:off x="29880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5" name="Google Shape;615;p21"/>
              <p:cNvSpPr/>
              <p:nvPr/>
            </p:nvSpPr>
            <p:spPr>
              <a:xfrm>
                <a:off x="39132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6" name="Google Shape;616;p21"/>
              <p:cNvSpPr/>
              <p:nvPr/>
            </p:nvSpPr>
            <p:spPr>
              <a:xfrm>
                <a:off x="4838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7" name="Google Shape;617;p21"/>
              <p:cNvSpPr/>
              <p:nvPr/>
            </p:nvSpPr>
            <p:spPr>
              <a:xfrm>
                <a:off x="5763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618" name="Google Shape;618;p21"/>
            <p:cNvGrpSpPr/>
            <p:nvPr/>
          </p:nvGrpSpPr>
          <p:grpSpPr>
            <a:xfrm>
              <a:off x="-33480" y="4796280"/>
              <a:ext cx="883080" cy="50760"/>
              <a:chOff x="-33480" y="4796280"/>
              <a:chExt cx="883080" cy="50760"/>
            </a:xfrm>
          </p:grpSpPr>
          <p:sp>
            <p:nvSpPr>
              <p:cNvPr id="619" name="Google Shape;619;p21"/>
              <p:cNvSpPr/>
              <p:nvPr/>
            </p:nvSpPr>
            <p:spPr>
              <a:xfrm>
                <a:off x="-3348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0" name="Google Shape;620;p21"/>
              <p:cNvSpPr/>
              <p:nvPr/>
            </p:nvSpPr>
            <p:spPr>
              <a:xfrm>
                <a:off x="590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1" name="Google Shape;621;p21"/>
              <p:cNvSpPr/>
              <p:nvPr/>
            </p:nvSpPr>
            <p:spPr>
              <a:xfrm>
                <a:off x="15156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2" name="Google Shape;622;p21"/>
              <p:cNvSpPr/>
              <p:nvPr/>
            </p:nvSpPr>
            <p:spPr>
              <a:xfrm>
                <a:off x="24408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3" name="Google Shape;623;p21"/>
              <p:cNvSpPr/>
              <p:nvPr/>
            </p:nvSpPr>
            <p:spPr>
              <a:xfrm>
                <a:off x="33660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4" name="Google Shape;624;p21"/>
              <p:cNvSpPr/>
              <p:nvPr/>
            </p:nvSpPr>
            <p:spPr>
              <a:xfrm>
                <a:off x="42912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5" name="Google Shape;625;p21"/>
              <p:cNvSpPr/>
              <p:nvPr/>
            </p:nvSpPr>
            <p:spPr>
              <a:xfrm>
                <a:off x="5216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6" name="Google Shape;626;p21"/>
              <p:cNvSpPr/>
              <p:nvPr/>
            </p:nvSpPr>
            <p:spPr>
              <a:xfrm>
                <a:off x="61380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7" name="Google Shape;627;p21"/>
              <p:cNvSpPr/>
              <p:nvPr/>
            </p:nvSpPr>
            <p:spPr>
              <a:xfrm>
                <a:off x="70632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8" name="Google Shape;628;p21"/>
              <p:cNvSpPr/>
              <p:nvPr/>
            </p:nvSpPr>
            <p:spPr>
              <a:xfrm>
                <a:off x="7988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629" name="Google Shape;629;p21"/>
          <p:cNvGrpSpPr/>
          <p:nvPr/>
        </p:nvGrpSpPr>
        <p:grpSpPr>
          <a:xfrm>
            <a:off x="8290080" y="239760"/>
            <a:ext cx="1105560" cy="133920"/>
            <a:chOff x="8290080" y="239760"/>
            <a:chExt cx="1105560" cy="133920"/>
          </a:xfrm>
        </p:grpSpPr>
        <p:grpSp>
          <p:nvGrpSpPr>
            <p:cNvPr id="630" name="Google Shape;630;p21"/>
            <p:cNvGrpSpPr/>
            <p:nvPr/>
          </p:nvGrpSpPr>
          <p:grpSpPr>
            <a:xfrm>
              <a:off x="8290080" y="322920"/>
              <a:ext cx="883080" cy="50760"/>
              <a:chOff x="8290080" y="322920"/>
              <a:chExt cx="883080" cy="50760"/>
            </a:xfrm>
          </p:grpSpPr>
          <p:sp>
            <p:nvSpPr>
              <p:cNvPr id="631" name="Google Shape;631;p21"/>
              <p:cNvSpPr/>
              <p:nvPr/>
            </p:nvSpPr>
            <p:spPr>
              <a:xfrm>
                <a:off x="829008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2" name="Google Shape;632;p21"/>
              <p:cNvSpPr/>
              <p:nvPr/>
            </p:nvSpPr>
            <p:spPr>
              <a:xfrm>
                <a:off x="83826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3" name="Google Shape;633;p21"/>
              <p:cNvSpPr/>
              <p:nvPr/>
            </p:nvSpPr>
            <p:spPr>
              <a:xfrm>
                <a:off x="847512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4" name="Google Shape;634;p21"/>
              <p:cNvSpPr/>
              <p:nvPr/>
            </p:nvSpPr>
            <p:spPr>
              <a:xfrm>
                <a:off x="856764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5" name="Google Shape;635;p21"/>
              <p:cNvSpPr/>
              <p:nvPr/>
            </p:nvSpPr>
            <p:spPr>
              <a:xfrm>
                <a:off x="86598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6" name="Google Shape;636;p21"/>
              <p:cNvSpPr/>
              <p:nvPr/>
            </p:nvSpPr>
            <p:spPr>
              <a:xfrm>
                <a:off x="875232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7" name="Google Shape;637;p21"/>
              <p:cNvSpPr/>
              <p:nvPr/>
            </p:nvSpPr>
            <p:spPr>
              <a:xfrm>
                <a:off x="884484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8" name="Google Shape;638;p21"/>
              <p:cNvSpPr/>
              <p:nvPr/>
            </p:nvSpPr>
            <p:spPr>
              <a:xfrm>
                <a:off x="893736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9" name="Google Shape;639;p21"/>
              <p:cNvSpPr/>
              <p:nvPr/>
            </p:nvSpPr>
            <p:spPr>
              <a:xfrm>
                <a:off x="902988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0" name="Google Shape;640;p21"/>
              <p:cNvSpPr/>
              <p:nvPr/>
            </p:nvSpPr>
            <p:spPr>
              <a:xfrm>
                <a:off x="91224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641" name="Google Shape;641;p21"/>
            <p:cNvGrpSpPr/>
            <p:nvPr/>
          </p:nvGrpSpPr>
          <p:grpSpPr>
            <a:xfrm>
              <a:off x="8512920" y="239760"/>
              <a:ext cx="882720" cy="50760"/>
              <a:chOff x="8512920" y="239760"/>
              <a:chExt cx="882720" cy="50760"/>
            </a:xfrm>
          </p:grpSpPr>
          <p:sp>
            <p:nvSpPr>
              <p:cNvPr id="642" name="Google Shape;642;p21"/>
              <p:cNvSpPr/>
              <p:nvPr/>
            </p:nvSpPr>
            <p:spPr>
              <a:xfrm>
                <a:off x="851292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3" name="Google Shape;643;p21"/>
              <p:cNvSpPr/>
              <p:nvPr/>
            </p:nvSpPr>
            <p:spPr>
              <a:xfrm>
                <a:off x="86050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4" name="Google Shape;644;p21"/>
              <p:cNvSpPr/>
              <p:nvPr/>
            </p:nvSpPr>
            <p:spPr>
              <a:xfrm>
                <a:off x="869760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5" name="Google Shape;645;p21"/>
              <p:cNvSpPr/>
              <p:nvPr/>
            </p:nvSpPr>
            <p:spPr>
              <a:xfrm>
                <a:off x="879012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6" name="Google Shape;646;p21"/>
              <p:cNvSpPr/>
              <p:nvPr/>
            </p:nvSpPr>
            <p:spPr>
              <a:xfrm>
                <a:off x="888264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897516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90676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9" name="Google Shape;649;p21"/>
              <p:cNvSpPr/>
              <p:nvPr/>
            </p:nvSpPr>
            <p:spPr>
              <a:xfrm>
                <a:off x="916020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50" name="Google Shape;650;p21"/>
              <p:cNvSpPr/>
              <p:nvPr/>
            </p:nvSpPr>
            <p:spPr>
              <a:xfrm>
                <a:off x="925236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51" name="Google Shape;651;p21"/>
              <p:cNvSpPr/>
              <p:nvPr/>
            </p:nvSpPr>
            <p:spPr>
              <a:xfrm>
                <a:off x="93448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652" name="Google Shape;652;p21"/>
          <p:cNvGrpSpPr/>
          <p:nvPr/>
        </p:nvGrpSpPr>
        <p:grpSpPr>
          <a:xfrm>
            <a:off x="8749620" y="2570940"/>
            <a:ext cx="241560" cy="882720"/>
            <a:chOff x="8749620" y="2570940"/>
            <a:chExt cx="241560" cy="882720"/>
          </a:xfrm>
        </p:grpSpPr>
        <p:sp>
          <p:nvSpPr>
            <p:cNvPr id="653" name="Google Shape;653;p21"/>
            <p:cNvSpPr/>
            <p:nvPr/>
          </p:nvSpPr>
          <p:spPr>
            <a:xfrm rot="5400000">
              <a:off x="8794440" y="25261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4" name="Google Shape;654;p21"/>
            <p:cNvSpPr/>
            <p:nvPr/>
          </p:nvSpPr>
          <p:spPr>
            <a:xfrm rot="5400000">
              <a:off x="8795160" y="26726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5" name="Google Shape;655;p21"/>
            <p:cNvSpPr/>
            <p:nvPr/>
          </p:nvSpPr>
          <p:spPr>
            <a:xfrm rot="5400000">
              <a:off x="8795160" y="28188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6" name="Google Shape;656;p21"/>
            <p:cNvSpPr/>
            <p:nvPr/>
          </p:nvSpPr>
          <p:spPr>
            <a:xfrm rot="5400000">
              <a:off x="8795160" y="29653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7" name="Google Shape;657;p21"/>
            <p:cNvSpPr/>
            <p:nvPr/>
          </p:nvSpPr>
          <p:spPr>
            <a:xfrm rot="5400000">
              <a:off x="8795160" y="311148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8" name="Google Shape;658;p21"/>
            <p:cNvSpPr/>
            <p:nvPr/>
          </p:nvSpPr>
          <p:spPr>
            <a:xfrm rot="5400000">
              <a:off x="8795160" y="3257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59" name="Google Shape;659;p21"/>
          <p:cNvGrpSpPr/>
          <p:nvPr/>
        </p:nvGrpSpPr>
        <p:grpSpPr>
          <a:xfrm>
            <a:off x="1634040" y="-108000"/>
            <a:ext cx="1520640" cy="301680"/>
            <a:chOff x="1634040" y="-108000"/>
            <a:chExt cx="1520640" cy="301680"/>
          </a:xfrm>
        </p:grpSpPr>
        <p:sp>
          <p:nvSpPr>
            <p:cNvPr id="660" name="Google Shape;660;p21"/>
            <p:cNvSpPr/>
            <p:nvPr/>
          </p:nvSpPr>
          <p:spPr>
            <a:xfrm>
              <a:off x="172764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1" name="Google Shape;661;p21"/>
            <p:cNvSpPr/>
            <p:nvPr/>
          </p:nvSpPr>
          <p:spPr>
            <a:xfrm>
              <a:off x="306324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2" name="Google Shape;662;p21"/>
            <p:cNvSpPr/>
            <p:nvPr/>
          </p:nvSpPr>
          <p:spPr>
            <a:xfrm>
              <a:off x="308700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3" name="Google Shape;663;p21"/>
            <p:cNvSpPr/>
            <p:nvPr/>
          </p:nvSpPr>
          <p:spPr>
            <a:xfrm>
              <a:off x="163404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4" name="Google Shape;664;p21"/>
            <p:cNvSpPr/>
            <p:nvPr/>
          </p:nvSpPr>
          <p:spPr>
            <a:xfrm>
              <a:off x="165816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3">
  <p:cSld name="BLANK_3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2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667" name="Google Shape;667;p22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8" name="Google Shape;668;p22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9" name="Google Shape;669;p22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0" name="Google Shape;670;p22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1" name="Google Shape;671;p22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2" name="Google Shape;672;p22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3" name="Google Shape;673;p22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4" name="Google Shape;674;p22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5" name="Google Shape;675;p22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6" name="Google Shape;676;p22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7" name="Google Shape;677;p22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8" name="Google Shape;678;p22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9" name="Google Shape;679;p22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0" name="Google Shape;680;p22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1" name="Google Shape;681;p22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2" name="Google Shape;682;p22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3" name="Google Shape;683;p22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4" name="Google Shape;684;p22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5" name="Google Shape;685;p22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6" name="Google Shape;686;p22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7" name="Google Shape;687;p22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8" name="Google Shape;688;p22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9" name="Google Shape;689;p22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0" name="Google Shape;690;p22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1" name="Google Shape;691;p22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2" name="Google Shape;692;p22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3" name="Google Shape;693;p22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4" name="Google Shape;694;p22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5" name="Google Shape;695;p22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6" name="Google Shape;696;p22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7" name="Google Shape;697;p22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8" name="Google Shape;698;p22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9" name="Google Shape;699;p22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0" name="Google Shape;700;p22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1" name="Google Shape;701;p22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2" name="Google Shape;702;p22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3" name="Google Shape;703;p22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4" name="Google Shape;704;p22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05" name="Google Shape;705;p22"/>
          <p:cNvSpPr txBox="1"/>
          <p:nvPr>
            <p:ph type="title"/>
          </p:nvPr>
        </p:nvSpPr>
        <p:spPr>
          <a:xfrm>
            <a:off x="1857960" y="3253680"/>
            <a:ext cx="5428440" cy="4341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6" name="Google Shape;706;p22"/>
          <p:cNvSpPr/>
          <p:nvPr/>
        </p:nvSpPr>
        <p:spPr>
          <a:xfrm flipH="1" rot="-5400000">
            <a:off x="348480" y="42080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07" name="Google Shape;707;p22"/>
          <p:cNvGrpSpPr/>
          <p:nvPr/>
        </p:nvGrpSpPr>
        <p:grpSpPr>
          <a:xfrm>
            <a:off x="6870600" y="-732420"/>
            <a:ext cx="296100" cy="1822860"/>
            <a:chOff x="6870600" y="-732420"/>
            <a:chExt cx="296100" cy="1822860"/>
          </a:xfrm>
        </p:grpSpPr>
        <p:sp>
          <p:nvSpPr>
            <p:cNvPr id="708" name="Google Shape;708;p22"/>
            <p:cNvSpPr/>
            <p:nvPr/>
          </p:nvSpPr>
          <p:spPr>
            <a:xfrm rot="-5400000">
              <a:off x="6229800" y="543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9" name="Google Shape;709;p22"/>
            <p:cNvSpPr/>
            <p:nvPr/>
          </p:nvSpPr>
          <p:spPr>
            <a:xfrm rot="-5400000">
              <a:off x="6870600" y="402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0" name="Google Shape;710;p22"/>
            <p:cNvSpPr/>
            <p:nvPr/>
          </p:nvSpPr>
          <p:spPr>
            <a:xfrm rot="-5400000">
              <a:off x="6895080" y="42696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1" name="Google Shape;711;p22"/>
            <p:cNvSpPr/>
            <p:nvPr/>
          </p:nvSpPr>
          <p:spPr>
            <a:xfrm rot="-5400000">
              <a:off x="6970320" y="999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2" name="Google Shape;712;p22"/>
            <p:cNvSpPr/>
            <p:nvPr/>
          </p:nvSpPr>
          <p:spPr>
            <a:xfrm rot="-5400000">
              <a:off x="6994800" y="10231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3" name="Google Shape;713;p22"/>
            <p:cNvSpPr/>
            <p:nvPr/>
          </p:nvSpPr>
          <p:spPr>
            <a:xfrm rot="-5400000">
              <a:off x="6437160" y="-25236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14" name="Google Shape;714;p22"/>
          <p:cNvSpPr/>
          <p:nvPr/>
        </p:nvSpPr>
        <p:spPr>
          <a:xfrm flipH="1">
            <a:off x="8088840" y="214524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1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15" name="Google Shape;715;p22"/>
          <p:cNvGrpSpPr/>
          <p:nvPr/>
        </p:nvGrpSpPr>
        <p:grpSpPr>
          <a:xfrm>
            <a:off x="8658720" y="2958840"/>
            <a:ext cx="1822680" cy="196200"/>
            <a:chOff x="8658720" y="2958840"/>
            <a:chExt cx="1822680" cy="196200"/>
          </a:xfrm>
        </p:grpSpPr>
        <p:sp>
          <p:nvSpPr>
            <p:cNvPr id="716" name="Google Shape;716;p22"/>
            <p:cNvSpPr/>
            <p:nvPr/>
          </p:nvSpPr>
          <p:spPr>
            <a:xfrm>
              <a:off x="8757720" y="30049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7" name="Google Shape;717;p22"/>
            <p:cNvSpPr/>
            <p:nvPr/>
          </p:nvSpPr>
          <p:spPr>
            <a:xfrm>
              <a:off x="8658720" y="2958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8683560" y="29833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19" name="Google Shape;719;p22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20" name="Google Shape;720;p22"/>
          <p:cNvSpPr/>
          <p:nvPr/>
        </p:nvSpPr>
        <p:spPr>
          <a:xfrm>
            <a:off x="16920" y="86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21" name="Google Shape;721;p22"/>
          <p:cNvGrpSpPr/>
          <p:nvPr/>
        </p:nvGrpSpPr>
        <p:grpSpPr>
          <a:xfrm>
            <a:off x="-270720" y="314280"/>
            <a:ext cx="1520280" cy="301680"/>
            <a:chOff x="-270720" y="314280"/>
            <a:chExt cx="1520280" cy="301680"/>
          </a:xfrm>
        </p:grpSpPr>
        <p:sp>
          <p:nvSpPr>
            <p:cNvPr id="722" name="Google Shape;722;p22"/>
            <p:cNvSpPr/>
            <p:nvPr/>
          </p:nvSpPr>
          <p:spPr>
            <a:xfrm rot="-5400000">
              <a:off x="384120" y="-20268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3" name="Google Shape;723;p22"/>
            <p:cNvSpPr/>
            <p:nvPr/>
          </p:nvSpPr>
          <p:spPr>
            <a:xfrm rot="-5400000">
              <a:off x="-270720" y="3142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4" name="Google Shape;724;p22"/>
            <p:cNvSpPr/>
            <p:nvPr/>
          </p:nvSpPr>
          <p:spPr>
            <a:xfrm rot="-5400000">
              <a:off x="-246960" y="339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5" name="Google Shape;725;p22"/>
            <p:cNvSpPr/>
            <p:nvPr/>
          </p:nvSpPr>
          <p:spPr>
            <a:xfrm rot="-5400000">
              <a:off x="1158120" y="524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6" name="Google Shape;726;p22"/>
            <p:cNvSpPr/>
            <p:nvPr/>
          </p:nvSpPr>
          <p:spPr>
            <a:xfrm rot="-5400000">
              <a:off x="1182600" y="5486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27" name="Google Shape;727;p22"/>
          <p:cNvGrpSpPr/>
          <p:nvPr/>
        </p:nvGrpSpPr>
        <p:grpSpPr>
          <a:xfrm>
            <a:off x="4296600" y="4950360"/>
            <a:ext cx="1520280" cy="301680"/>
            <a:chOff x="4296600" y="4950360"/>
            <a:chExt cx="1520280" cy="301680"/>
          </a:xfrm>
        </p:grpSpPr>
        <p:sp>
          <p:nvSpPr>
            <p:cNvPr id="728" name="Google Shape;728;p22"/>
            <p:cNvSpPr/>
            <p:nvPr/>
          </p:nvSpPr>
          <p:spPr>
            <a:xfrm>
              <a:off x="4389840" y="49968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9" name="Google Shape;729;p22"/>
            <p:cNvSpPr/>
            <p:nvPr/>
          </p:nvSpPr>
          <p:spPr>
            <a:xfrm>
              <a:off x="5725440" y="5160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0" name="Google Shape;730;p22"/>
            <p:cNvSpPr/>
            <p:nvPr/>
          </p:nvSpPr>
          <p:spPr>
            <a:xfrm>
              <a:off x="5749560" y="51850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1" name="Google Shape;731;p22"/>
            <p:cNvSpPr/>
            <p:nvPr/>
          </p:nvSpPr>
          <p:spPr>
            <a:xfrm>
              <a:off x="4296600" y="49503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2" name="Google Shape;732;p22"/>
            <p:cNvSpPr/>
            <p:nvPr/>
          </p:nvSpPr>
          <p:spPr>
            <a:xfrm>
              <a:off x="4320360" y="49752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33" name="Google Shape;733;p22"/>
          <p:cNvGrpSpPr/>
          <p:nvPr/>
        </p:nvGrpSpPr>
        <p:grpSpPr>
          <a:xfrm>
            <a:off x="6524280" y="4402080"/>
            <a:ext cx="552600" cy="98640"/>
            <a:chOff x="6524280" y="4402080"/>
            <a:chExt cx="552600" cy="98640"/>
          </a:xfrm>
        </p:grpSpPr>
        <p:sp>
          <p:nvSpPr>
            <p:cNvPr id="734" name="Google Shape;734;p22"/>
            <p:cNvSpPr/>
            <p:nvPr/>
          </p:nvSpPr>
          <p:spPr>
            <a:xfrm rot="5400000">
              <a:off x="6978240" y="44020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5" name="Google Shape;735;p22"/>
            <p:cNvSpPr/>
            <p:nvPr/>
          </p:nvSpPr>
          <p:spPr>
            <a:xfrm rot="5400000">
              <a:off x="7004880" y="44290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6" name="Google Shape;736;p22"/>
            <p:cNvSpPr/>
            <p:nvPr/>
          </p:nvSpPr>
          <p:spPr>
            <a:xfrm rot="5400000">
              <a:off x="6524280" y="44053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7" name="Google Shape;737;p22"/>
            <p:cNvSpPr/>
            <p:nvPr/>
          </p:nvSpPr>
          <p:spPr>
            <a:xfrm rot="5400000">
              <a:off x="6548040" y="44294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8" name="Google Shape;738;p22"/>
            <p:cNvSpPr/>
            <p:nvPr/>
          </p:nvSpPr>
          <p:spPr>
            <a:xfrm rot="5400000">
              <a:off x="6800400" y="42667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39" name="Google Shape;739;p22"/>
          <p:cNvGrpSpPr/>
          <p:nvPr/>
        </p:nvGrpSpPr>
        <p:grpSpPr>
          <a:xfrm>
            <a:off x="-1414440" y="3744360"/>
            <a:ext cx="2297520" cy="347040"/>
            <a:chOff x="-1414440" y="3744360"/>
            <a:chExt cx="2297520" cy="347040"/>
          </a:xfrm>
        </p:grpSpPr>
        <p:sp>
          <p:nvSpPr>
            <p:cNvPr id="740" name="Google Shape;740;p22"/>
            <p:cNvSpPr/>
            <p:nvPr/>
          </p:nvSpPr>
          <p:spPr>
            <a:xfrm>
              <a:off x="-1414440" y="40237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1" name="Google Shape;741;p22"/>
            <p:cNvSpPr/>
            <p:nvPr/>
          </p:nvSpPr>
          <p:spPr>
            <a:xfrm>
              <a:off x="-1111320" y="37443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42" name="Google Shape;742;p22"/>
          <p:cNvGrpSpPr/>
          <p:nvPr/>
        </p:nvGrpSpPr>
        <p:grpSpPr>
          <a:xfrm>
            <a:off x="-154440" y="2431440"/>
            <a:ext cx="882360" cy="241560"/>
            <a:chOff x="-154440" y="2431440"/>
            <a:chExt cx="882360" cy="241560"/>
          </a:xfrm>
        </p:grpSpPr>
        <p:sp>
          <p:nvSpPr>
            <p:cNvPr id="743" name="Google Shape;743;p22"/>
            <p:cNvSpPr/>
            <p:nvPr/>
          </p:nvSpPr>
          <p:spPr>
            <a:xfrm rot="10800000">
              <a:off x="576000" y="24314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4" name="Google Shape;744;p22"/>
            <p:cNvSpPr/>
            <p:nvPr/>
          </p:nvSpPr>
          <p:spPr>
            <a:xfrm rot="10800000">
              <a:off x="430200" y="24314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5" name="Google Shape;745;p22"/>
            <p:cNvSpPr/>
            <p:nvPr/>
          </p:nvSpPr>
          <p:spPr>
            <a:xfrm rot="10800000">
              <a:off x="28404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6" name="Google Shape;746;p22"/>
            <p:cNvSpPr/>
            <p:nvPr/>
          </p:nvSpPr>
          <p:spPr>
            <a:xfrm rot="10800000">
              <a:off x="13752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7" name="Google Shape;747;p22"/>
            <p:cNvSpPr/>
            <p:nvPr/>
          </p:nvSpPr>
          <p:spPr>
            <a:xfrm rot="10800000">
              <a:off x="-828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8" name="Google Shape;748;p22"/>
            <p:cNvSpPr/>
            <p:nvPr/>
          </p:nvSpPr>
          <p:spPr>
            <a:xfrm rot="10800000">
              <a:off x="-15444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4">
  <p:cSld name="BLANK_4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0" name="Google Shape;750;p2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751" name="Google Shape;751;p23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2" name="Google Shape;752;p23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3" name="Google Shape;753;p23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4" name="Google Shape;754;p23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5" name="Google Shape;755;p23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6" name="Google Shape;756;p23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7" name="Google Shape;757;p23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8" name="Google Shape;758;p23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9" name="Google Shape;759;p23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0" name="Google Shape;760;p23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1" name="Google Shape;761;p23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2" name="Google Shape;762;p23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3" name="Google Shape;763;p23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4" name="Google Shape;764;p23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5" name="Google Shape;765;p23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6" name="Google Shape;766;p23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7" name="Google Shape;767;p23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8" name="Google Shape;768;p23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9" name="Google Shape;769;p23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0" name="Google Shape;770;p23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1" name="Google Shape;771;p23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2" name="Google Shape;772;p23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3" name="Google Shape;773;p23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4" name="Google Shape;774;p23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5" name="Google Shape;775;p23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6" name="Google Shape;776;p23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7" name="Google Shape;777;p23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8" name="Google Shape;778;p23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9" name="Google Shape;779;p23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0" name="Google Shape;780;p23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1" name="Google Shape;781;p23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2" name="Google Shape;782;p23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3" name="Google Shape;783;p23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4" name="Google Shape;784;p23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5" name="Google Shape;785;p23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6" name="Google Shape;786;p23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7" name="Google Shape;787;p23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8" name="Google Shape;788;p23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89" name="Google Shape;789;p23"/>
          <p:cNvSpPr txBox="1"/>
          <p:nvPr>
            <p:ph type="title"/>
          </p:nvPr>
        </p:nvSpPr>
        <p:spPr>
          <a:xfrm>
            <a:off x="864360" y="2215440"/>
            <a:ext cx="6771960" cy="81324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0" name="Google Shape;790;p23"/>
          <p:cNvSpPr txBox="1"/>
          <p:nvPr>
            <p:ph idx="2" type="title"/>
          </p:nvPr>
        </p:nvSpPr>
        <p:spPr>
          <a:xfrm>
            <a:off x="864360" y="910800"/>
            <a:ext cx="2130120" cy="1304280"/>
          </a:xfrm>
          <a:prstGeom prst="rect">
            <a:avLst/>
          </a:prstGeom>
          <a:noFill/>
          <a:ln>
            <a:noFill/>
          </a:ln>
          <a:effectLst>
            <a:outerShdw blurRad="57240" rotWithShape="0">
              <a:srgbClr val="8FFFF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791" name="Google Shape;791;p23"/>
          <p:cNvGrpSpPr/>
          <p:nvPr/>
        </p:nvGrpSpPr>
        <p:grpSpPr>
          <a:xfrm>
            <a:off x="-259200" y="1848240"/>
            <a:ext cx="552600" cy="98640"/>
            <a:chOff x="-259200" y="1848240"/>
            <a:chExt cx="552600" cy="98640"/>
          </a:xfrm>
        </p:grpSpPr>
        <p:sp>
          <p:nvSpPr>
            <p:cNvPr id="792" name="Google Shape;792;p23"/>
            <p:cNvSpPr/>
            <p:nvPr/>
          </p:nvSpPr>
          <p:spPr>
            <a:xfrm rot="5400000">
              <a:off x="194760" y="18482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3" name="Google Shape;793;p23"/>
            <p:cNvSpPr/>
            <p:nvPr/>
          </p:nvSpPr>
          <p:spPr>
            <a:xfrm rot="5400000">
              <a:off x="221400" y="18748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4" name="Google Shape;794;p23"/>
            <p:cNvSpPr/>
            <p:nvPr/>
          </p:nvSpPr>
          <p:spPr>
            <a:xfrm rot="5400000">
              <a:off x="-259200" y="18511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5" name="Google Shape;795;p23"/>
            <p:cNvSpPr/>
            <p:nvPr/>
          </p:nvSpPr>
          <p:spPr>
            <a:xfrm rot="5400000">
              <a:off x="-235440" y="18752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6" name="Google Shape;796;p23"/>
            <p:cNvSpPr/>
            <p:nvPr/>
          </p:nvSpPr>
          <p:spPr>
            <a:xfrm rot="5400000">
              <a:off x="16560" y="17125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97" name="Google Shape;797;p23"/>
          <p:cNvSpPr/>
          <p:nvPr/>
        </p:nvSpPr>
        <p:spPr>
          <a:xfrm rot="-5400000">
            <a:off x="348840" y="39063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98" name="Google Shape;798;p23"/>
          <p:cNvSpPr/>
          <p:nvPr/>
        </p:nvSpPr>
        <p:spPr>
          <a:xfrm rot="5400000">
            <a:off x="-561960" y="-33948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99" name="Google Shape;799;p23"/>
          <p:cNvSpPr/>
          <p:nvPr/>
        </p:nvSpPr>
        <p:spPr>
          <a:xfrm rot="5400000">
            <a:off x="-282600" y="-363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00" name="Google Shape;800;p23"/>
          <p:cNvSpPr/>
          <p:nvPr/>
        </p:nvSpPr>
        <p:spPr>
          <a:xfrm flipH="1" rot="10800000">
            <a:off x="2891880" y="484272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89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01" name="Google Shape;801;p23"/>
          <p:cNvSpPr/>
          <p:nvPr/>
        </p:nvSpPr>
        <p:spPr>
          <a:xfrm>
            <a:off x="853560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02" name="Google Shape;802;p23"/>
          <p:cNvGrpSpPr/>
          <p:nvPr/>
        </p:nvGrpSpPr>
        <p:grpSpPr>
          <a:xfrm>
            <a:off x="7898040" y="350640"/>
            <a:ext cx="1520280" cy="301680"/>
            <a:chOff x="7898040" y="350640"/>
            <a:chExt cx="1520280" cy="301680"/>
          </a:xfrm>
        </p:grpSpPr>
        <p:sp>
          <p:nvSpPr>
            <p:cNvPr id="803" name="Google Shape;803;p23"/>
            <p:cNvSpPr/>
            <p:nvPr/>
          </p:nvSpPr>
          <p:spPr>
            <a:xfrm flipH="1">
              <a:off x="7989120" y="39708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4" name="Google Shape;804;p23"/>
            <p:cNvSpPr/>
            <p:nvPr/>
          </p:nvSpPr>
          <p:spPr>
            <a:xfrm flipH="1">
              <a:off x="7898040" y="5608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5" name="Google Shape;805;p23"/>
            <p:cNvSpPr/>
            <p:nvPr/>
          </p:nvSpPr>
          <p:spPr>
            <a:xfrm flipH="1">
              <a:off x="7922160" y="585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6" name="Google Shape;806;p23"/>
            <p:cNvSpPr/>
            <p:nvPr/>
          </p:nvSpPr>
          <p:spPr>
            <a:xfrm flipH="1">
              <a:off x="9326880" y="3506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7" name="Google Shape;807;p23"/>
            <p:cNvSpPr/>
            <p:nvPr/>
          </p:nvSpPr>
          <p:spPr>
            <a:xfrm flipH="1">
              <a:off x="9351000" y="3754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08" name="Google Shape;808;p23"/>
          <p:cNvGrpSpPr/>
          <p:nvPr/>
        </p:nvGrpSpPr>
        <p:grpSpPr>
          <a:xfrm>
            <a:off x="-117000" y="2181240"/>
            <a:ext cx="552600" cy="98640"/>
            <a:chOff x="-117000" y="2181240"/>
            <a:chExt cx="552600" cy="98640"/>
          </a:xfrm>
        </p:grpSpPr>
        <p:sp>
          <p:nvSpPr>
            <p:cNvPr id="809" name="Google Shape;809;p23"/>
            <p:cNvSpPr/>
            <p:nvPr/>
          </p:nvSpPr>
          <p:spPr>
            <a:xfrm rot="5400000">
              <a:off x="336960" y="21812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0" name="Google Shape;810;p23"/>
            <p:cNvSpPr/>
            <p:nvPr/>
          </p:nvSpPr>
          <p:spPr>
            <a:xfrm rot="5400000">
              <a:off x="363600" y="22078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1" name="Google Shape;811;p23"/>
            <p:cNvSpPr/>
            <p:nvPr/>
          </p:nvSpPr>
          <p:spPr>
            <a:xfrm rot="5400000">
              <a:off x="-117000" y="21841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2" name="Google Shape;812;p23"/>
            <p:cNvSpPr/>
            <p:nvPr/>
          </p:nvSpPr>
          <p:spPr>
            <a:xfrm rot="5400000">
              <a:off x="-93240" y="22082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3" name="Google Shape;813;p23"/>
            <p:cNvSpPr/>
            <p:nvPr/>
          </p:nvSpPr>
          <p:spPr>
            <a:xfrm rot="5400000">
              <a:off x="159120" y="20455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14" name="Google Shape;814;p23"/>
          <p:cNvGrpSpPr/>
          <p:nvPr/>
        </p:nvGrpSpPr>
        <p:grpSpPr>
          <a:xfrm>
            <a:off x="4682160" y="-108000"/>
            <a:ext cx="1520640" cy="301680"/>
            <a:chOff x="4682160" y="-108000"/>
            <a:chExt cx="1520640" cy="301680"/>
          </a:xfrm>
        </p:grpSpPr>
        <p:sp>
          <p:nvSpPr>
            <p:cNvPr id="815" name="Google Shape;815;p23"/>
            <p:cNvSpPr/>
            <p:nvPr/>
          </p:nvSpPr>
          <p:spPr>
            <a:xfrm>
              <a:off x="477576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6" name="Google Shape;816;p23"/>
            <p:cNvSpPr/>
            <p:nvPr/>
          </p:nvSpPr>
          <p:spPr>
            <a:xfrm>
              <a:off x="611136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7" name="Google Shape;817;p23"/>
            <p:cNvSpPr/>
            <p:nvPr/>
          </p:nvSpPr>
          <p:spPr>
            <a:xfrm>
              <a:off x="613512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8" name="Google Shape;818;p23"/>
            <p:cNvSpPr/>
            <p:nvPr/>
          </p:nvSpPr>
          <p:spPr>
            <a:xfrm>
              <a:off x="468216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9" name="Google Shape;819;p23"/>
            <p:cNvSpPr/>
            <p:nvPr/>
          </p:nvSpPr>
          <p:spPr>
            <a:xfrm>
              <a:off x="470592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20" name="Google Shape;820;p23"/>
          <p:cNvGrpSpPr/>
          <p:nvPr/>
        </p:nvGrpSpPr>
        <p:grpSpPr>
          <a:xfrm>
            <a:off x="7881840" y="4336560"/>
            <a:ext cx="2297520" cy="347040"/>
            <a:chOff x="7881840" y="4336560"/>
            <a:chExt cx="2297520" cy="347040"/>
          </a:xfrm>
        </p:grpSpPr>
        <p:sp>
          <p:nvSpPr>
            <p:cNvPr id="821" name="Google Shape;821;p23"/>
            <p:cNvSpPr/>
            <p:nvPr/>
          </p:nvSpPr>
          <p:spPr>
            <a:xfrm flipH="1">
              <a:off x="8184960" y="46159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2" name="Google Shape;822;p23"/>
            <p:cNvSpPr/>
            <p:nvPr/>
          </p:nvSpPr>
          <p:spPr>
            <a:xfrm flipH="1">
              <a:off x="7881840" y="43365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8">
  <p:cSld name="BLANK_8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4" name="Google Shape;824;p2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825" name="Google Shape;825;p24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6" name="Google Shape;826;p24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8" name="Google Shape;828;p24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4" name="Google Shape;834;p24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5" name="Google Shape;835;p24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1" name="Google Shape;841;p24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2" name="Google Shape;842;p24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3" name="Google Shape;843;p24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4" name="Google Shape;844;p24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7" name="Google Shape;857;p24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8" name="Google Shape;858;p24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63" name="Google Shape;863;p24"/>
          <p:cNvSpPr txBox="1"/>
          <p:nvPr>
            <p:ph type="title"/>
          </p:nvPr>
        </p:nvSpPr>
        <p:spPr>
          <a:xfrm>
            <a:off x="713160" y="2310120"/>
            <a:ext cx="7583040" cy="84132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4" name="Google Shape;864;p24"/>
          <p:cNvSpPr txBox="1"/>
          <p:nvPr>
            <p:ph idx="2" type="title"/>
          </p:nvPr>
        </p:nvSpPr>
        <p:spPr>
          <a:xfrm>
            <a:off x="5960880" y="1332720"/>
            <a:ext cx="2335320" cy="920520"/>
          </a:xfrm>
          <a:prstGeom prst="rect">
            <a:avLst/>
          </a:prstGeom>
          <a:noFill/>
          <a:ln>
            <a:noFill/>
          </a:ln>
          <a:effectLst>
            <a:outerShdw blurRad="57240" rotWithShape="0">
              <a:srgbClr val="8FFFF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5" name="Google Shape;865;p24"/>
          <p:cNvSpPr/>
          <p:nvPr/>
        </p:nvSpPr>
        <p:spPr>
          <a:xfrm rot="5400000">
            <a:off x="8206560" y="41871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66" name="Google Shape;866;p24"/>
          <p:cNvSpPr/>
          <p:nvPr/>
        </p:nvSpPr>
        <p:spPr>
          <a:xfrm rot="-5400000">
            <a:off x="348840" y="4107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67" name="Google Shape;867;p24"/>
          <p:cNvGrpSpPr/>
          <p:nvPr/>
        </p:nvGrpSpPr>
        <p:grpSpPr>
          <a:xfrm>
            <a:off x="360" y="932040"/>
            <a:ext cx="882720" cy="241560"/>
            <a:chOff x="360" y="932040"/>
            <a:chExt cx="882720" cy="241560"/>
          </a:xfrm>
        </p:grpSpPr>
        <p:sp>
          <p:nvSpPr>
            <p:cNvPr id="868" name="Google Shape;868;p24"/>
            <p:cNvSpPr/>
            <p:nvPr/>
          </p:nvSpPr>
          <p:spPr>
            <a:xfrm rot="10800000">
              <a:off x="731160" y="9320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9" name="Google Shape;869;p24"/>
            <p:cNvSpPr/>
            <p:nvPr/>
          </p:nvSpPr>
          <p:spPr>
            <a:xfrm rot="10800000">
              <a:off x="585360" y="9320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0" name="Google Shape;870;p24"/>
            <p:cNvSpPr/>
            <p:nvPr/>
          </p:nvSpPr>
          <p:spPr>
            <a:xfrm rot="10800000">
              <a:off x="439200" y="932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1" name="Google Shape;871;p24"/>
            <p:cNvSpPr/>
            <p:nvPr/>
          </p:nvSpPr>
          <p:spPr>
            <a:xfrm rot="10800000">
              <a:off x="293040" y="932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2" name="Google Shape;872;p24"/>
            <p:cNvSpPr/>
            <p:nvPr/>
          </p:nvSpPr>
          <p:spPr>
            <a:xfrm rot="10800000">
              <a:off x="146880" y="932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3" name="Google Shape;873;p24"/>
            <p:cNvSpPr/>
            <p:nvPr/>
          </p:nvSpPr>
          <p:spPr>
            <a:xfrm rot="10800000">
              <a:off x="360" y="932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74" name="Google Shape;874;p24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875" name="Google Shape;875;p24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6" name="Google Shape;876;p24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7" name="Google Shape;877;p24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8" name="Google Shape;878;p24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9" name="Google Shape;879;p24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80" name="Google Shape;880;p24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881" name="Google Shape;881;p24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83" name="Google Shape;883;p24"/>
          <p:cNvSpPr/>
          <p:nvPr/>
        </p:nvSpPr>
        <p:spPr>
          <a:xfrm rot="10800000">
            <a:off x="568440" y="38592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84" name="Google Shape;884;p24"/>
          <p:cNvGrpSpPr/>
          <p:nvPr/>
        </p:nvGrpSpPr>
        <p:grpSpPr>
          <a:xfrm>
            <a:off x="8690580" y="3390480"/>
            <a:ext cx="296460" cy="1822500"/>
            <a:chOff x="8690580" y="3390480"/>
            <a:chExt cx="296460" cy="1822500"/>
          </a:xfrm>
        </p:grpSpPr>
        <p:sp>
          <p:nvSpPr>
            <p:cNvPr id="885" name="Google Shape;885;p24"/>
            <p:cNvSpPr/>
            <p:nvPr/>
          </p:nvSpPr>
          <p:spPr>
            <a:xfrm rot="5400000">
              <a:off x="7903800" y="42760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6" name="Google Shape;886;p24"/>
            <p:cNvSpPr/>
            <p:nvPr/>
          </p:nvSpPr>
          <p:spPr>
            <a:xfrm rot="5400000">
              <a:off x="8895600" y="3986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7" name="Google Shape;887;p24"/>
            <p:cNvSpPr/>
            <p:nvPr/>
          </p:nvSpPr>
          <p:spPr>
            <a:xfrm rot="5400000">
              <a:off x="8919720" y="401184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8" name="Google Shape;888;p24"/>
            <p:cNvSpPr/>
            <p:nvPr/>
          </p:nvSpPr>
          <p:spPr>
            <a:xfrm rot="5400000">
              <a:off x="8795880" y="33904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9" name="Google Shape;889;p24"/>
            <p:cNvSpPr/>
            <p:nvPr/>
          </p:nvSpPr>
          <p:spPr>
            <a:xfrm rot="5400000">
              <a:off x="8820360" y="34156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0" name="Google Shape;890;p24"/>
            <p:cNvSpPr/>
            <p:nvPr/>
          </p:nvSpPr>
          <p:spPr>
            <a:xfrm rot="5400000">
              <a:off x="8285760" y="455832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91" name="Google Shape;891;p24"/>
          <p:cNvGrpSpPr/>
          <p:nvPr/>
        </p:nvGrpSpPr>
        <p:grpSpPr>
          <a:xfrm>
            <a:off x="2611440" y="-1455120"/>
            <a:ext cx="346680" cy="2297160"/>
            <a:chOff x="2611440" y="-1455120"/>
            <a:chExt cx="346680" cy="2297160"/>
          </a:xfrm>
        </p:grpSpPr>
        <p:sp>
          <p:nvSpPr>
            <p:cNvPr id="892" name="Google Shape;892;p24"/>
            <p:cNvSpPr/>
            <p:nvPr/>
          </p:nvSpPr>
          <p:spPr>
            <a:xfrm rot="5400000">
              <a:off x="1648080" y="-4917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3" name="Google Shape;893;p24"/>
            <p:cNvSpPr/>
            <p:nvPr/>
          </p:nvSpPr>
          <p:spPr>
            <a:xfrm rot="5400000">
              <a:off x="1927080" y="-18900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94" name="Google Shape;894;p24"/>
          <p:cNvSpPr/>
          <p:nvPr/>
        </p:nvSpPr>
        <p:spPr>
          <a:xfrm flipH="1" rot="10800000">
            <a:off x="2358360" y="47664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89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95" name="Google Shape;895;p24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96" name="Google Shape;896;p24"/>
          <p:cNvGrpSpPr/>
          <p:nvPr/>
        </p:nvGrpSpPr>
        <p:grpSpPr>
          <a:xfrm>
            <a:off x="5373360" y="-113040"/>
            <a:ext cx="1520280" cy="301680"/>
            <a:chOff x="5373360" y="-113040"/>
            <a:chExt cx="1520280" cy="301680"/>
          </a:xfrm>
        </p:grpSpPr>
        <p:sp>
          <p:nvSpPr>
            <p:cNvPr id="897" name="Google Shape;897;p24"/>
            <p:cNvSpPr/>
            <p:nvPr/>
          </p:nvSpPr>
          <p:spPr>
            <a:xfrm>
              <a:off x="5466600" y="-666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6802200" y="972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6826320" y="1220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5373360" y="-1130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5397120" y="-882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0">
  <p:cSld name="BLANK_10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3" name="Google Shape;903;p25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904" name="Google Shape;904;p25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5" name="Google Shape;905;p25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6" name="Google Shape;906;p25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7" name="Google Shape;907;p25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8" name="Google Shape;908;p25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9" name="Google Shape;909;p25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0" name="Google Shape;910;p25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1" name="Google Shape;911;p25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2" name="Google Shape;912;p25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3" name="Google Shape;913;p25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4" name="Google Shape;914;p25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5" name="Google Shape;915;p25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6" name="Google Shape;916;p25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7" name="Google Shape;917;p25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8" name="Google Shape;918;p25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9" name="Google Shape;919;p25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0" name="Google Shape;920;p25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1" name="Google Shape;921;p25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2" name="Google Shape;922;p25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3" name="Google Shape;923;p25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4" name="Google Shape;924;p25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5" name="Google Shape;925;p25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6" name="Google Shape;926;p25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7" name="Google Shape;927;p25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8" name="Google Shape;928;p25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9" name="Google Shape;929;p25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0" name="Google Shape;930;p25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1" name="Google Shape;931;p25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2" name="Google Shape;932;p25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3" name="Google Shape;933;p25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4" name="Google Shape;934;p25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5" name="Google Shape;935;p25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6" name="Google Shape;936;p25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7" name="Google Shape;937;p25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8" name="Google Shape;938;p25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9" name="Google Shape;939;p25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0" name="Google Shape;940;p25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1" name="Google Shape;941;p25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42" name="Google Shape;942;p25"/>
          <p:cNvSpPr txBox="1"/>
          <p:nvPr>
            <p:ph type="title"/>
          </p:nvPr>
        </p:nvSpPr>
        <p:spPr>
          <a:xfrm>
            <a:off x="1773000" y="2597040"/>
            <a:ext cx="18853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43" name="Google Shape;943;p25"/>
          <p:cNvSpPr txBox="1"/>
          <p:nvPr>
            <p:ph idx="2" type="title"/>
          </p:nvPr>
        </p:nvSpPr>
        <p:spPr>
          <a:xfrm>
            <a:off x="5491080" y="3013560"/>
            <a:ext cx="18853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944" name="Google Shape;944;p25"/>
          <p:cNvGrpSpPr/>
          <p:nvPr/>
        </p:nvGrpSpPr>
        <p:grpSpPr>
          <a:xfrm>
            <a:off x="0" y="4386960"/>
            <a:ext cx="1284120" cy="586440"/>
            <a:chOff x="0" y="4386960"/>
            <a:chExt cx="1284120" cy="586440"/>
          </a:xfrm>
        </p:grpSpPr>
        <p:sp>
          <p:nvSpPr>
            <p:cNvPr id="945" name="Google Shape;945;p25"/>
            <p:cNvSpPr/>
            <p:nvPr/>
          </p:nvSpPr>
          <p:spPr>
            <a:xfrm rot="-5400000">
              <a:off x="348840" y="403812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946" name="Google Shape;946;p25"/>
            <p:cNvGrpSpPr/>
            <p:nvPr/>
          </p:nvGrpSpPr>
          <p:grpSpPr>
            <a:xfrm>
              <a:off x="360" y="4559400"/>
              <a:ext cx="882720" cy="241560"/>
              <a:chOff x="360" y="4559400"/>
              <a:chExt cx="882720" cy="241560"/>
            </a:xfrm>
          </p:grpSpPr>
          <p:sp>
            <p:nvSpPr>
              <p:cNvPr id="947" name="Google Shape;947;p25"/>
              <p:cNvSpPr/>
              <p:nvPr/>
            </p:nvSpPr>
            <p:spPr>
              <a:xfrm rot="10800000">
                <a:off x="731160" y="455940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48" name="Google Shape;948;p25"/>
              <p:cNvSpPr/>
              <p:nvPr/>
            </p:nvSpPr>
            <p:spPr>
              <a:xfrm rot="10800000">
                <a:off x="585360" y="455940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49" name="Google Shape;949;p25"/>
              <p:cNvSpPr/>
              <p:nvPr/>
            </p:nvSpPr>
            <p:spPr>
              <a:xfrm rot="10800000">
                <a:off x="439200" y="4559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0" name="Google Shape;950;p25"/>
              <p:cNvSpPr/>
              <p:nvPr/>
            </p:nvSpPr>
            <p:spPr>
              <a:xfrm rot="10800000">
                <a:off x="293040" y="4559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1" name="Google Shape;951;p25"/>
              <p:cNvSpPr/>
              <p:nvPr/>
            </p:nvSpPr>
            <p:spPr>
              <a:xfrm rot="10800000">
                <a:off x="146880" y="4559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2" name="Google Shape;952;p25"/>
              <p:cNvSpPr/>
              <p:nvPr/>
            </p:nvSpPr>
            <p:spPr>
              <a:xfrm rot="10800000">
                <a:off x="360" y="4559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953" name="Google Shape;953;p25"/>
          <p:cNvGrpSpPr/>
          <p:nvPr/>
        </p:nvGrpSpPr>
        <p:grpSpPr>
          <a:xfrm>
            <a:off x="1852200" y="-114480"/>
            <a:ext cx="1520640" cy="301680"/>
            <a:chOff x="1852200" y="-114480"/>
            <a:chExt cx="1520640" cy="301680"/>
          </a:xfrm>
        </p:grpSpPr>
        <p:sp>
          <p:nvSpPr>
            <p:cNvPr id="954" name="Google Shape;954;p25"/>
            <p:cNvSpPr/>
            <p:nvPr/>
          </p:nvSpPr>
          <p:spPr>
            <a:xfrm>
              <a:off x="1945800" y="-680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5" name="Google Shape;955;p25"/>
            <p:cNvSpPr/>
            <p:nvPr/>
          </p:nvSpPr>
          <p:spPr>
            <a:xfrm>
              <a:off x="3281400" y="957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6" name="Google Shape;956;p25"/>
            <p:cNvSpPr/>
            <p:nvPr/>
          </p:nvSpPr>
          <p:spPr>
            <a:xfrm>
              <a:off x="3305160" y="1206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7" name="Google Shape;957;p25"/>
            <p:cNvSpPr/>
            <p:nvPr/>
          </p:nvSpPr>
          <p:spPr>
            <a:xfrm>
              <a:off x="1852200" y="-1144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8" name="Google Shape;958;p25"/>
            <p:cNvSpPr/>
            <p:nvPr/>
          </p:nvSpPr>
          <p:spPr>
            <a:xfrm>
              <a:off x="1876320" y="-896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59" name="Google Shape;959;p25"/>
          <p:cNvGrpSpPr/>
          <p:nvPr/>
        </p:nvGrpSpPr>
        <p:grpSpPr>
          <a:xfrm>
            <a:off x="-141480" y="1750680"/>
            <a:ext cx="552600" cy="98640"/>
            <a:chOff x="-141480" y="1750680"/>
            <a:chExt cx="552600" cy="98640"/>
          </a:xfrm>
        </p:grpSpPr>
        <p:sp>
          <p:nvSpPr>
            <p:cNvPr id="960" name="Google Shape;960;p25"/>
            <p:cNvSpPr/>
            <p:nvPr/>
          </p:nvSpPr>
          <p:spPr>
            <a:xfrm rot="5400000">
              <a:off x="312480" y="17506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1" name="Google Shape;961;p25"/>
            <p:cNvSpPr/>
            <p:nvPr/>
          </p:nvSpPr>
          <p:spPr>
            <a:xfrm rot="5400000">
              <a:off x="339120" y="17776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2" name="Google Shape;962;p25"/>
            <p:cNvSpPr/>
            <p:nvPr/>
          </p:nvSpPr>
          <p:spPr>
            <a:xfrm rot="5400000">
              <a:off x="-141480" y="17535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3" name="Google Shape;963;p25"/>
            <p:cNvSpPr/>
            <p:nvPr/>
          </p:nvSpPr>
          <p:spPr>
            <a:xfrm rot="5400000">
              <a:off x="-117720" y="17776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4" name="Google Shape;964;p25"/>
            <p:cNvSpPr/>
            <p:nvPr/>
          </p:nvSpPr>
          <p:spPr>
            <a:xfrm rot="5400000">
              <a:off x="134640" y="16149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65" name="Google Shape;965;p25"/>
          <p:cNvSpPr/>
          <p:nvPr/>
        </p:nvSpPr>
        <p:spPr>
          <a:xfrm>
            <a:off x="47124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66" name="Google Shape;966;p25"/>
          <p:cNvSpPr/>
          <p:nvPr/>
        </p:nvSpPr>
        <p:spPr>
          <a:xfrm>
            <a:off x="-1281600" y="37908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67" name="Google Shape;967;p25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68" name="Google Shape;968;p25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969" name="Google Shape;969;p25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970" name="Google Shape;970;p25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1" name="Google Shape;971;p25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2" name="Google Shape;972;p25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3" name="Google Shape;973;p25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4" name="Google Shape;974;p25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75" name="Google Shape;975;p25"/>
          <p:cNvSpPr txBox="1"/>
          <p:nvPr>
            <p:ph idx="3"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7">
  <p:cSld name="BLANK_17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7" name="Google Shape;977;p2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978" name="Google Shape;978;p26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9" name="Google Shape;979;p26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0" name="Google Shape;980;p26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1" name="Google Shape;981;p26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2" name="Google Shape;982;p26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3" name="Google Shape;983;p26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4" name="Google Shape;984;p26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5" name="Google Shape;985;p26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6" name="Google Shape;986;p26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7" name="Google Shape;987;p26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8" name="Google Shape;988;p26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9" name="Google Shape;989;p26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0" name="Google Shape;990;p26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1" name="Google Shape;991;p26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2" name="Google Shape;992;p26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3" name="Google Shape;993;p26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4" name="Google Shape;994;p26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5" name="Google Shape;995;p26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6" name="Google Shape;996;p26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7" name="Google Shape;997;p26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8" name="Google Shape;998;p26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9" name="Google Shape;999;p26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0" name="Google Shape;1000;p26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1" name="Google Shape;1001;p26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2" name="Google Shape;1002;p26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3" name="Google Shape;1003;p26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4" name="Google Shape;1004;p26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5" name="Google Shape;1005;p26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6" name="Google Shape;1006;p26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7" name="Google Shape;1007;p26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8" name="Google Shape;1008;p26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9" name="Google Shape;1009;p26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0" name="Google Shape;1010;p26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1" name="Google Shape;1011;p26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2" name="Google Shape;1012;p26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3" name="Google Shape;1013;p26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4" name="Google Shape;1014;p26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5" name="Google Shape;1015;p26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16" name="Google Shape;1016;p26"/>
          <p:cNvGrpSpPr/>
          <p:nvPr/>
        </p:nvGrpSpPr>
        <p:grpSpPr>
          <a:xfrm>
            <a:off x="1440" y="-88920"/>
            <a:ext cx="586440" cy="1284120"/>
            <a:chOff x="1440" y="-88920"/>
            <a:chExt cx="586440" cy="1284120"/>
          </a:xfrm>
        </p:grpSpPr>
        <p:sp>
          <p:nvSpPr>
            <p:cNvPr id="1017" name="Google Shape;1017;p26"/>
            <p:cNvSpPr/>
            <p:nvPr/>
          </p:nvSpPr>
          <p:spPr>
            <a:xfrm>
              <a:off x="1440" y="-8892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018" name="Google Shape;1018;p26"/>
            <p:cNvGrpSpPr/>
            <p:nvPr/>
          </p:nvGrpSpPr>
          <p:grpSpPr>
            <a:xfrm>
              <a:off x="173700" y="-88020"/>
              <a:ext cx="241560" cy="882360"/>
              <a:chOff x="173700" y="-88020"/>
              <a:chExt cx="241560" cy="882360"/>
            </a:xfrm>
          </p:grpSpPr>
          <p:sp>
            <p:nvSpPr>
              <p:cNvPr id="1019" name="Google Shape;1019;p26"/>
              <p:cNvSpPr/>
              <p:nvPr/>
            </p:nvSpPr>
            <p:spPr>
              <a:xfrm rot="-5400000">
                <a:off x="218520" y="59760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0" name="Google Shape;1020;p26"/>
              <p:cNvSpPr/>
              <p:nvPr/>
            </p:nvSpPr>
            <p:spPr>
              <a:xfrm rot="-5400000">
                <a:off x="219240" y="45072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1" name="Google Shape;1021;p26"/>
              <p:cNvSpPr/>
              <p:nvPr/>
            </p:nvSpPr>
            <p:spPr>
              <a:xfrm rot="-5400000">
                <a:off x="219240" y="3045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2" name="Google Shape;1022;p26"/>
              <p:cNvSpPr/>
              <p:nvPr/>
            </p:nvSpPr>
            <p:spPr>
              <a:xfrm rot="-5400000">
                <a:off x="219240" y="158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3" name="Google Shape;1023;p26"/>
              <p:cNvSpPr/>
              <p:nvPr/>
            </p:nvSpPr>
            <p:spPr>
              <a:xfrm rot="-5400000">
                <a:off x="219240" y="1224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4" name="Google Shape;1024;p26"/>
              <p:cNvSpPr/>
              <p:nvPr/>
            </p:nvSpPr>
            <p:spPr>
              <a:xfrm rot="-5400000">
                <a:off x="219240" y="-1335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025" name="Google Shape;1025;p26"/>
          <p:cNvGrpSpPr/>
          <p:nvPr/>
        </p:nvGrpSpPr>
        <p:grpSpPr>
          <a:xfrm>
            <a:off x="6028200" y="176040"/>
            <a:ext cx="552600" cy="98640"/>
            <a:chOff x="6028200" y="176040"/>
            <a:chExt cx="552600" cy="98640"/>
          </a:xfrm>
        </p:grpSpPr>
        <p:sp>
          <p:nvSpPr>
            <p:cNvPr id="1026" name="Google Shape;1026;p26"/>
            <p:cNvSpPr/>
            <p:nvPr/>
          </p:nvSpPr>
          <p:spPr>
            <a:xfrm rot="5400000">
              <a:off x="6482160" y="1760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7" name="Google Shape;1027;p26"/>
            <p:cNvSpPr/>
            <p:nvPr/>
          </p:nvSpPr>
          <p:spPr>
            <a:xfrm rot="5400000">
              <a:off x="6508800" y="2026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8" name="Google Shape;1028;p26"/>
            <p:cNvSpPr/>
            <p:nvPr/>
          </p:nvSpPr>
          <p:spPr>
            <a:xfrm rot="5400000">
              <a:off x="6028200" y="1789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9" name="Google Shape;1029;p26"/>
            <p:cNvSpPr/>
            <p:nvPr/>
          </p:nvSpPr>
          <p:spPr>
            <a:xfrm rot="5400000">
              <a:off x="6051960" y="2030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0" name="Google Shape;1030;p26"/>
            <p:cNvSpPr/>
            <p:nvPr/>
          </p:nvSpPr>
          <p:spPr>
            <a:xfrm rot="5400000">
              <a:off x="6303960" y="399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31" name="Google Shape;1031;p26"/>
          <p:cNvGrpSpPr/>
          <p:nvPr/>
        </p:nvGrpSpPr>
        <p:grpSpPr>
          <a:xfrm>
            <a:off x="-225720" y="4407480"/>
            <a:ext cx="552600" cy="98640"/>
            <a:chOff x="-225720" y="4407480"/>
            <a:chExt cx="552600" cy="98640"/>
          </a:xfrm>
        </p:grpSpPr>
        <p:sp>
          <p:nvSpPr>
            <p:cNvPr id="1032" name="Google Shape;1032;p26"/>
            <p:cNvSpPr/>
            <p:nvPr/>
          </p:nvSpPr>
          <p:spPr>
            <a:xfrm rot="5400000">
              <a:off x="228240" y="44074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3" name="Google Shape;1033;p26"/>
            <p:cNvSpPr/>
            <p:nvPr/>
          </p:nvSpPr>
          <p:spPr>
            <a:xfrm rot="5400000">
              <a:off x="254880" y="4434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4" name="Google Shape;1034;p26"/>
            <p:cNvSpPr/>
            <p:nvPr/>
          </p:nvSpPr>
          <p:spPr>
            <a:xfrm rot="5400000">
              <a:off x="-225720" y="4410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5" name="Google Shape;1035;p26"/>
            <p:cNvSpPr/>
            <p:nvPr/>
          </p:nvSpPr>
          <p:spPr>
            <a:xfrm rot="5400000">
              <a:off x="-201600" y="44344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6" name="Google Shape;1036;p26"/>
            <p:cNvSpPr/>
            <p:nvPr/>
          </p:nvSpPr>
          <p:spPr>
            <a:xfrm rot="5400000">
              <a:off x="50400" y="42717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37" name="Google Shape;1037;p26"/>
          <p:cNvGrpSpPr/>
          <p:nvPr/>
        </p:nvGrpSpPr>
        <p:grpSpPr>
          <a:xfrm>
            <a:off x="-799200" y="4748760"/>
            <a:ext cx="1822320" cy="196200"/>
            <a:chOff x="-799200" y="4748760"/>
            <a:chExt cx="1822320" cy="196200"/>
          </a:xfrm>
        </p:grpSpPr>
        <p:sp>
          <p:nvSpPr>
            <p:cNvPr id="1038" name="Google Shape;1038;p26"/>
            <p:cNvSpPr/>
            <p:nvPr/>
          </p:nvSpPr>
          <p:spPr>
            <a:xfrm flipH="1">
              <a:off x="-799200" y="479484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9" name="Google Shape;1039;p26"/>
            <p:cNvSpPr/>
            <p:nvPr/>
          </p:nvSpPr>
          <p:spPr>
            <a:xfrm flipH="1">
              <a:off x="931680" y="47487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0" name="Google Shape;1040;p26"/>
            <p:cNvSpPr/>
            <p:nvPr/>
          </p:nvSpPr>
          <p:spPr>
            <a:xfrm flipH="1">
              <a:off x="955080" y="47732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41" name="Google Shape;1041;p26"/>
          <p:cNvSpPr/>
          <p:nvPr/>
        </p:nvSpPr>
        <p:spPr>
          <a:xfrm rot="10800000">
            <a:off x="8557560" y="4011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042" name="Google Shape;1042;p26"/>
          <p:cNvGrpSpPr/>
          <p:nvPr/>
        </p:nvGrpSpPr>
        <p:grpSpPr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1043" name="Google Shape;1043;p26"/>
            <p:cNvSpPr/>
            <p:nvPr/>
          </p:nvSpPr>
          <p:spPr>
            <a:xfrm rot="5400000">
              <a:off x="8567640" y="417168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4" name="Google Shape;1044;p26"/>
            <p:cNvSpPr/>
            <p:nvPr/>
          </p:nvSpPr>
          <p:spPr>
            <a:xfrm rot="5400000">
              <a:off x="9340200" y="4898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5" name="Google Shape;1045;p26"/>
            <p:cNvSpPr/>
            <p:nvPr/>
          </p:nvSpPr>
          <p:spPr>
            <a:xfrm rot="5400000">
              <a:off x="9365040" y="49226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6" name="Google Shape;1046;p26"/>
            <p:cNvSpPr/>
            <p:nvPr/>
          </p:nvSpPr>
          <p:spPr>
            <a:xfrm rot="5400000">
              <a:off x="7911360" y="4688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7" name="Google Shape;1047;p26"/>
            <p:cNvSpPr/>
            <p:nvPr/>
          </p:nvSpPr>
          <p:spPr>
            <a:xfrm rot="5400000">
              <a:off x="7935480" y="47134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48" name="Google Shape;1048;p26"/>
          <p:cNvGrpSpPr/>
          <p:nvPr/>
        </p:nvGrpSpPr>
        <p:grpSpPr>
          <a:xfrm>
            <a:off x="1434600" y="384480"/>
            <a:ext cx="1252800" cy="50760"/>
            <a:chOff x="1434600" y="384480"/>
            <a:chExt cx="1252800" cy="50760"/>
          </a:xfrm>
        </p:grpSpPr>
        <p:sp>
          <p:nvSpPr>
            <p:cNvPr id="1049" name="Google Shape;1049;p26"/>
            <p:cNvSpPr/>
            <p:nvPr/>
          </p:nvSpPr>
          <p:spPr>
            <a:xfrm>
              <a:off x="14346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0" name="Google Shape;1050;p26"/>
            <p:cNvSpPr/>
            <p:nvPr/>
          </p:nvSpPr>
          <p:spPr>
            <a:xfrm>
              <a:off x="15271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1" name="Google Shape;1051;p26"/>
            <p:cNvSpPr/>
            <p:nvPr/>
          </p:nvSpPr>
          <p:spPr>
            <a:xfrm>
              <a:off x="16196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2" name="Google Shape;1052;p26"/>
            <p:cNvSpPr/>
            <p:nvPr/>
          </p:nvSpPr>
          <p:spPr>
            <a:xfrm>
              <a:off x="171216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3" name="Google Shape;1053;p26"/>
            <p:cNvSpPr/>
            <p:nvPr/>
          </p:nvSpPr>
          <p:spPr>
            <a:xfrm>
              <a:off x="180468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4" name="Google Shape;1054;p26"/>
            <p:cNvSpPr/>
            <p:nvPr/>
          </p:nvSpPr>
          <p:spPr>
            <a:xfrm>
              <a:off x="18972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5" name="Google Shape;1055;p26"/>
            <p:cNvSpPr/>
            <p:nvPr/>
          </p:nvSpPr>
          <p:spPr>
            <a:xfrm>
              <a:off x="198936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6" name="Google Shape;1056;p26"/>
            <p:cNvSpPr/>
            <p:nvPr/>
          </p:nvSpPr>
          <p:spPr>
            <a:xfrm>
              <a:off x="208188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7" name="Google Shape;1057;p26"/>
            <p:cNvSpPr/>
            <p:nvPr/>
          </p:nvSpPr>
          <p:spPr>
            <a:xfrm>
              <a:off x="21744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8" name="Google Shape;1058;p26"/>
            <p:cNvSpPr/>
            <p:nvPr/>
          </p:nvSpPr>
          <p:spPr>
            <a:xfrm>
              <a:off x="22669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9" name="Google Shape;1059;p26"/>
            <p:cNvSpPr/>
            <p:nvPr/>
          </p:nvSpPr>
          <p:spPr>
            <a:xfrm>
              <a:off x="23594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0" name="Google Shape;1060;p26"/>
            <p:cNvSpPr/>
            <p:nvPr/>
          </p:nvSpPr>
          <p:spPr>
            <a:xfrm>
              <a:off x="24516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1" name="Google Shape;1061;p26"/>
            <p:cNvSpPr/>
            <p:nvPr/>
          </p:nvSpPr>
          <p:spPr>
            <a:xfrm>
              <a:off x="25441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2" name="Google Shape;1062;p26"/>
            <p:cNvSpPr/>
            <p:nvPr/>
          </p:nvSpPr>
          <p:spPr>
            <a:xfrm>
              <a:off x="26366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63" name="Google Shape;1063;p26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5" name="Google Shape;1065;p2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066" name="Google Shape;1066;p27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7" name="Google Shape;1067;p27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8" name="Google Shape;1068;p27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9" name="Google Shape;1069;p27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0" name="Google Shape;1070;p27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1" name="Google Shape;1071;p27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2" name="Google Shape;1072;p27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3" name="Google Shape;1073;p27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4" name="Google Shape;1074;p27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5" name="Google Shape;1075;p27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6" name="Google Shape;1076;p27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7" name="Google Shape;1077;p27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8" name="Google Shape;1078;p27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9" name="Google Shape;1079;p27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0" name="Google Shape;1080;p27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1" name="Google Shape;1081;p27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2" name="Google Shape;1082;p27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3" name="Google Shape;1083;p27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4" name="Google Shape;1084;p27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5" name="Google Shape;1085;p27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6" name="Google Shape;1086;p27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7" name="Google Shape;1087;p27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8" name="Google Shape;1088;p27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9" name="Google Shape;1089;p27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0" name="Google Shape;1090;p27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1" name="Google Shape;1091;p27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2" name="Google Shape;1092;p27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3" name="Google Shape;1093;p27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4" name="Google Shape;1094;p27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5" name="Google Shape;1095;p27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6" name="Google Shape;1096;p27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7" name="Google Shape;1097;p27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8" name="Google Shape;1098;p27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9" name="Google Shape;1099;p27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0" name="Google Shape;1100;p27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1" name="Google Shape;1101;p27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2" name="Google Shape;1102;p27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3" name="Google Shape;1103;p27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04" name="Google Shape;1104;p27"/>
          <p:cNvSpPr txBox="1"/>
          <p:nvPr>
            <p:ph type="title"/>
          </p:nvPr>
        </p:nvSpPr>
        <p:spPr>
          <a:xfrm>
            <a:off x="1208520" y="2089080"/>
            <a:ext cx="6726600" cy="84132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05" name="Google Shape;1105;p27"/>
          <p:cNvSpPr txBox="1"/>
          <p:nvPr>
            <p:ph idx="2" type="title"/>
          </p:nvPr>
        </p:nvSpPr>
        <p:spPr>
          <a:xfrm>
            <a:off x="3132360" y="1168560"/>
            <a:ext cx="2878920" cy="920520"/>
          </a:xfrm>
          <a:prstGeom prst="rect">
            <a:avLst/>
          </a:prstGeom>
          <a:noFill/>
          <a:ln>
            <a:noFill/>
          </a:ln>
          <a:effectLst>
            <a:outerShdw blurRad="57240" rotWithShape="0">
              <a:srgbClr val="8FFFF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06" name="Google Shape;1106;p27"/>
          <p:cNvSpPr/>
          <p:nvPr/>
        </p:nvSpPr>
        <p:spPr>
          <a:xfrm flipH="1" rot="10800000">
            <a:off x="7847280" y="41259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394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107" name="Google Shape;1107;p27"/>
          <p:cNvGrpSpPr/>
          <p:nvPr/>
        </p:nvGrpSpPr>
        <p:grpSpPr>
          <a:xfrm>
            <a:off x="8019900" y="4450500"/>
            <a:ext cx="241560" cy="883080"/>
            <a:chOff x="8019900" y="4450500"/>
            <a:chExt cx="241560" cy="883080"/>
          </a:xfrm>
        </p:grpSpPr>
        <p:sp>
          <p:nvSpPr>
            <p:cNvPr id="1108" name="Google Shape;1108;p27"/>
            <p:cNvSpPr/>
            <p:nvPr/>
          </p:nvSpPr>
          <p:spPr>
            <a:xfrm flipH="1" rot="-5400000">
              <a:off x="8064720" y="440568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9" name="Google Shape;1109;p27"/>
            <p:cNvSpPr/>
            <p:nvPr/>
          </p:nvSpPr>
          <p:spPr>
            <a:xfrm flipH="1" rot="-5400000">
              <a:off x="8065440" y="45529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0" name="Google Shape;1110;p27"/>
            <p:cNvSpPr/>
            <p:nvPr/>
          </p:nvSpPr>
          <p:spPr>
            <a:xfrm flipH="1" rot="-5400000">
              <a:off x="8065440" y="469908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1" name="Google Shape;1111;p27"/>
            <p:cNvSpPr/>
            <p:nvPr/>
          </p:nvSpPr>
          <p:spPr>
            <a:xfrm flipH="1" rot="-5400000">
              <a:off x="8065440" y="48452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2" name="Google Shape;1112;p27"/>
            <p:cNvSpPr/>
            <p:nvPr/>
          </p:nvSpPr>
          <p:spPr>
            <a:xfrm flipH="1" rot="-5400000">
              <a:off x="8065440" y="49914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3" name="Google Shape;1113;p27"/>
            <p:cNvSpPr/>
            <p:nvPr/>
          </p:nvSpPr>
          <p:spPr>
            <a:xfrm flipH="1" rot="-5400000">
              <a:off x="8065440" y="5137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14" name="Google Shape;1114;p27"/>
          <p:cNvSpPr/>
          <p:nvPr/>
        </p:nvSpPr>
        <p:spPr>
          <a:xfrm flipH="1">
            <a:off x="8088840" y="1535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1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115" name="Google Shape;1115;p27"/>
          <p:cNvGrpSpPr/>
          <p:nvPr/>
        </p:nvGrpSpPr>
        <p:grpSpPr>
          <a:xfrm>
            <a:off x="8658720" y="2349000"/>
            <a:ext cx="1822680" cy="196560"/>
            <a:chOff x="8658720" y="2349000"/>
            <a:chExt cx="1822680" cy="196560"/>
          </a:xfrm>
        </p:grpSpPr>
        <p:sp>
          <p:nvSpPr>
            <p:cNvPr id="1116" name="Google Shape;1116;p27"/>
            <p:cNvSpPr/>
            <p:nvPr/>
          </p:nvSpPr>
          <p:spPr>
            <a:xfrm>
              <a:off x="8757720" y="239544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7" name="Google Shape;1117;p27"/>
            <p:cNvSpPr/>
            <p:nvPr/>
          </p:nvSpPr>
          <p:spPr>
            <a:xfrm>
              <a:off x="8658720" y="2349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8" name="Google Shape;1118;p27"/>
            <p:cNvSpPr/>
            <p:nvPr/>
          </p:nvSpPr>
          <p:spPr>
            <a:xfrm>
              <a:off x="8683560" y="23738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19" name="Google Shape;1119;p27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20" name="Google Shape;1120;p27"/>
          <p:cNvSpPr/>
          <p:nvPr/>
        </p:nvSpPr>
        <p:spPr>
          <a:xfrm>
            <a:off x="16920" y="86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121" name="Google Shape;1121;p27"/>
          <p:cNvGrpSpPr/>
          <p:nvPr/>
        </p:nvGrpSpPr>
        <p:grpSpPr>
          <a:xfrm>
            <a:off x="-270720" y="314280"/>
            <a:ext cx="1520280" cy="301680"/>
            <a:chOff x="-270720" y="314280"/>
            <a:chExt cx="1520280" cy="301680"/>
          </a:xfrm>
        </p:grpSpPr>
        <p:sp>
          <p:nvSpPr>
            <p:cNvPr id="1122" name="Google Shape;1122;p27"/>
            <p:cNvSpPr/>
            <p:nvPr/>
          </p:nvSpPr>
          <p:spPr>
            <a:xfrm rot="-5400000">
              <a:off x="384120" y="-20268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3" name="Google Shape;1123;p27"/>
            <p:cNvSpPr/>
            <p:nvPr/>
          </p:nvSpPr>
          <p:spPr>
            <a:xfrm rot="-5400000">
              <a:off x="-270720" y="3142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4" name="Google Shape;1124;p27"/>
            <p:cNvSpPr/>
            <p:nvPr/>
          </p:nvSpPr>
          <p:spPr>
            <a:xfrm rot="-5400000">
              <a:off x="-246960" y="339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5" name="Google Shape;1125;p27"/>
            <p:cNvSpPr/>
            <p:nvPr/>
          </p:nvSpPr>
          <p:spPr>
            <a:xfrm rot="-5400000">
              <a:off x="1158120" y="524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6" name="Google Shape;1126;p27"/>
            <p:cNvSpPr/>
            <p:nvPr/>
          </p:nvSpPr>
          <p:spPr>
            <a:xfrm rot="-5400000">
              <a:off x="1182600" y="5486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27" name="Google Shape;1127;p27"/>
          <p:cNvGrpSpPr/>
          <p:nvPr/>
        </p:nvGrpSpPr>
        <p:grpSpPr>
          <a:xfrm>
            <a:off x="5134680" y="4950360"/>
            <a:ext cx="1520640" cy="301680"/>
            <a:chOff x="5134680" y="4950360"/>
            <a:chExt cx="1520640" cy="301680"/>
          </a:xfrm>
        </p:grpSpPr>
        <p:sp>
          <p:nvSpPr>
            <p:cNvPr id="1128" name="Google Shape;1128;p27"/>
            <p:cNvSpPr/>
            <p:nvPr/>
          </p:nvSpPr>
          <p:spPr>
            <a:xfrm>
              <a:off x="5228280" y="49968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9" name="Google Shape;1129;p27"/>
            <p:cNvSpPr/>
            <p:nvPr/>
          </p:nvSpPr>
          <p:spPr>
            <a:xfrm>
              <a:off x="6563880" y="5160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0" name="Google Shape;1130;p27"/>
            <p:cNvSpPr/>
            <p:nvPr/>
          </p:nvSpPr>
          <p:spPr>
            <a:xfrm>
              <a:off x="6587640" y="51850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1" name="Google Shape;1131;p27"/>
            <p:cNvSpPr/>
            <p:nvPr/>
          </p:nvSpPr>
          <p:spPr>
            <a:xfrm>
              <a:off x="5134680" y="49503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2" name="Google Shape;1132;p27"/>
            <p:cNvSpPr/>
            <p:nvPr/>
          </p:nvSpPr>
          <p:spPr>
            <a:xfrm>
              <a:off x="5158800" y="49752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33" name="Google Shape;1133;p27"/>
          <p:cNvGrpSpPr/>
          <p:nvPr/>
        </p:nvGrpSpPr>
        <p:grpSpPr>
          <a:xfrm>
            <a:off x="8419680" y="3307320"/>
            <a:ext cx="1105920" cy="133560"/>
            <a:chOff x="8419680" y="3307320"/>
            <a:chExt cx="1105920" cy="133560"/>
          </a:xfrm>
        </p:grpSpPr>
        <p:grpSp>
          <p:nvGrpSpPr>
            <p:cNvPr id="1134" name="Google Shape;1134;p27"/>
            <p:cNvGrpSpPr/>
            <p:nvPr/>
          </p:nvGrpSpPr>
          <p:grpSpPr>
            <a:xfrm>
              <a:off x="8419680" y="3390120"/>
              <a:ext cx="883080" cy="50760"/>
              <a:chOff x="8419680" y="3390120"/>
              <a:chExt cx="883080" cy="50760"/>
            </a:xfrm>
          </p:grpSpPr>
          <p:sp>
            <p:nvSpPr>
              <p:cNvPr id="1135" name="Google Shape;1135;p27"/>
              <p:cNvSpPr/>
              <p:nvPr/>
            </p:nvSpPr>
            <p:spPr>
              <a:xfrm>
                <a:off x="84196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6" name="Google Shape;1136;p27"/>
              <p:cNvSpPr/>
              <p:nvPr/>
            </p:nvSpPr>
            <p:spPr>
              <a:xfrm>
                <a:off x="851220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7" name="Google Shape;1137;p27"/>
              <p:cNvSpPr/>
              <p:nvPr/>
            </p:nvSpPr>
            <p:spPr>
              <a:xfrm>
                <a:off x="860472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8" name="Google Shape;1138;p27"/>
              <p:cNvSpPr/>
              <p:nvPr/>
            </p:nvSpPr>
            <p:spPr>
              <a:xfrm>
                <a:off x="869724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9" name="Google Shape;1139;p27"/>
              <p:cNvSpPr/>
              <p:nvPr/>
            </p:nvSpPr>
            <p:spPr>
              <a:xfrm>
                <a:off x="878976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0" name="Google Shape;1140;p27"/>
              <p:cNvSpPr/>
              <p:nvPr/>
            </p:nvSpPr>
            <p:spPr>
              <a:xfrm>
                <a:off x="88822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1" name="Google Shape;1141;p27"/>
              <p:cNvSpPr/>
              <p:nvPr/>
            </p:nvSpPr>
            <p:spPr>
              <a:xfrm>
                <a:off x="897444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2" name="Google Shape;1142;p27"/>
              <p:cNvSpPr/>
              <p:nvPr/>
            </p:nvSpPr>
            <p:spPr>
              <a:xfrm>
                <a:off x="906696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3" name="Google Shape;1143;p27"/>
              <p:cNvSpPr/>
              <p:nvPr/>
            </p:nvSpPr>
            <p:spPr>
              <a:xfrm>
                <a:off x="91594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4" name="Google Shape;1144;p27"/>
              <p:cNvSpPr/>
              <p:nvPr/>
            </p:nvSpPr>
            <p:spPr>
              <a:xfrm>
                <a:off x="925200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45" name="Google Shape;1145;p27"/>
            <p:cNvGrpSpPr/>
            <p:nvPr/>
          </p:nvGrpSpPr>
          <p:grpSpPr>
            <a:xfrm>
              <a:off x="8642520" y="3307320"/>
              <a:ext cx="883080" cy="50760"/>
              <a:chOff x="8642520" y="3307320"/>
              <a:chExt cx="883080" cy="50760"/>
            </a:xfrm>
          </p:grpSpPr>
          <p:sp>
            <p:nvSpPr>
              <p:cNvPr id="1146" name="Google Shape;1146;p27"/>
              <p:cNvSpPr/>
              <p:nvPr/>
            </p:nvSpPr>
            <p:spPr>
              <a:xfrm>
                <a:off x="86425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7" name="Google Shape;1147;p27"/>
              <p:cNvSpPr/>
              <p:nvPr/>
            </p:nvSpPr>
            <p:spPr>
              <a:xfrm>
                <a:off x="87350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8" name="Google Shape;1148;p27"/>
              <p:cNvSpPr/>
              <p:nvPr/>
            </p:nvSpPr>
            <p:spPr>
              <a:xfrm>
                <a:off x="882756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9" name="Google Shape;1149;p27"/>
              <p:cNvSpPr/>
              <p:nvPr/>
            </p:nvSpPr>
            <p:spPr>
              <a:xfrm>
                <a:off x="89197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0" name="Google Shape;1150;p27"/>
              <p:cNvSpPr/>
              <p:nvPr/>
            </p:nvSpPr>
            <p:spPr>
              <a:xfrm>
                <a:off x="90122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1" name="Google Shape;1151;p27"/>
              <p:cNvSpPr/>
              <p:nvPr/>
            </p:nvSpPr>
            <p:spPr>
              <a:xfrm>
                <a:off x="910476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2" name="Google Shape;1152;p27"/>
              <p:cNvSpPr/>
              <p:nvPr/>
            </p:nvSpPr>
            <p:spPr>
              <a:xfrm>
                <a:off x="919728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3" name="Google Shape;1153;p27"/>
              <p:cNvSpPr/>
              <p:nvPr/>
            </p:nvSpPr>
            <p:spPr>
              <a:xfrm>
                <a:off x="928980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4" name="Google Shape;1154;p27"/>
              <p:cNvSpPr/>
              <p:nvPr/>
            </p:nvSpPr>
            <p:spPr>
              <a:xfrm>
                <a:off x="93823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5" name="Google Shape;1155;p27"/>
              <p:cNvSpPr/>
              <p:nvPr/>
            </p:nvSpPr>
            <p:spPr>
              <a:xfrm>
                <a:off x="94748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156" name="Google Shape;1156;p27"/>
          <p:cNvSpPr/>
          <p:nvPr/>
        </p:nvSpPr>
        <p:spPr>
          <a:xfrm>
            <a:off x="-1414440" y="402372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57" name="Google Shape;1157;p27"/>
          <p:cNvSpPr/>
          <p:nvPr/>
        </p:nvSpPr>
        <p:spPr>
          <a:xfrm>
            <a:off x="-1111320" y="37443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158" name="Google Shape;1158;p27"/>
          <p:cNvGrpSpPr/>
          <p:nvPr/>
        </p:nvGrpSpPr>
        <p:grpSpPr>
          <a:xfrm>
            <a:off x="-154440" y="2431440"/>
            <a:ext cx="882360" cy="241560"/>
            <a:chOff x="-154440" y="2431440"/>
            <a:chExt cx="882360" cy="241560"/>
          </a:xfrm>
        </p:grpSpPr>
        <p:sp>
          <p:nvSpPr>
            <p:cNvPr id="1159" name="Google Shape;1159;p27"/>
            <p:cNvSpPr/>
            <p:nvPr/>
          </p:nvSpPr>
          <p:spPr>
            <a:xfrm rot="10800000">
              <a:off x="576000" y="24314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0" name="Google Shape;1160;p27"/>
            <p:cNvSpPr/>
            <p:nvPr/>
          </p:nvSpPr>
          <p:spPr>
            <a:xfrm rot="10800000">
              <a:off x="430200" y="24314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1" name="Google Shape;1161;p27"/>
            <p:cNvSpPr/>
            <p:nvPr/>
          </p:nvSpPr>
          <p:spPr>
            <a:xfrm rot="10800000">
              <a:off x="28404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2" name="Google Shape;1162;p27"/>
            <p:cNvSpPr/>
            <p:nvPr/>
          </p:nvSpPr>
          <p:spPr>
            <a:xfrm rot="10800000">
              <a:off x="13752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3" name="Google Shape;1163;p27"/>
            <p:cNvSpPr/>
            <p:nvPr/>
          </p:nvSpPr>
          <p:spPr>
            <a:xfrm rot="10800000">
              <a:off x="-828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4" name="Google Shape;1164;p27"/>
            <p:cNvSpPr/>
            <p:nvPr/>
          </p:nvSpPr>
          <p:spPr>
            <a:xfrm rot="10800000">
              <a:off x="-15444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5">
  <p:cSld name="BLANK_5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6" name="Google Shape;1166;p2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167" name="Google Shape;1167;p28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8" name="Google Shape;1168;p28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9" name="Google Shape;1169;p28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0" name="Google Shape;1170;p28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1" name="Google Shape;1171;p28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2" name="Google Shape;1172;p28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3" name="Google Shape;1173;p28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4" name="Google Shape;1174;p28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5" name="Google Shape;1175;p28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6" name="Google Shape;1176;p28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7" name="Google Shape;1177;p28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8" name="Google Shape;1178;p28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9" name="Google Shape;1179;p28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0" name="Google Shape;1180;p28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1" name="Google Shape;1181;p28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2" name="Google Shape;1182;p28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3" name="Google Shape;1183;p28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4" name="Google Shape;1184;p28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5" name="Google Shape;1185;p28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6" name="Google Shape;1186;p28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7" name="Google Shape;1187;p28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8" name="Google Shape;1188;p28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9" name="Google Shape;1189;p28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0" name="Google Shape;1190;p28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1" name="Google Shape;1191;p28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2" name="Google Shape;1192;p28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3" name="Google Shape;1193;p28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4" name="Google Shape;1194;p28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5" name="Google Shape;1195;p28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6" name="Google Shape;1196;p28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7" name="Google Shape;1197;p28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8" name="Google Shape;1198;p28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9" name="Google Shape;1199;p28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0" name="Google Shape;1200;p28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1" name="Google Shape;1201;p28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2" name="Google Shape;1202;p28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3" name="Google Shape;1203;p28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4" name="Google Shape;1204;p28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05" name="Google Shape;1205;p28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6" name="Google Shape;1206;p28"/>
          <p:cNvSpPr txBox="1"/>
          <p:nvPr>
            <p:ph idx="2" type="title"/>
          </p:nvPr>
        </p:nvSpPr>
        <p:spPr>
          <a:xfrm>
            <a:off x="755640" y="2900880"/>
            <a:ext cx="226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7" name="Google Shape;1207;p28"/>
          <p:cNvSpPr txBox="1"/>
          <p:nvPr>
            <p:ph idx="3" type="title"/>
          </p:nvPr>
        </p:nvSpPr>
        <p:spPr>
          <a:xfrm>
            <a:off x="3443760" y="2900880"/>
            <a:ext cx="226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8" name="Google Shape;1208;p28"/>
          <p:cNvSpPr txBox="1"/>
          <p:nvPr>
            <p:ph idx="4" type="title"/>
          </p:nvPr>
        </p:nvSpPr>
        <p:spPr>
          <a:xfrm>
            <a:off x="6132600" y="2900880"/>
            <a:ext cx="226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209" name="Google Shape;1209;p28"/>
          <p:cNvGrpSpPr/>
          <p:nvPr/>
        </p:nvGrpSpPr>
        <p:grpSpPr>
          <a:xfrm>
            <a:off x="-720" y="-76320"/>
            <a:ext cx="586440" cy="1284120"/>
            <a:chOff x="-720" y="-76320"/>
            <a:chExt cx="586440" cy="1284120"/>
          </a:xfrm>
        </p:grpSpPr>
        <p:sp>
          <p:nvSpPr>
            <p:cNvPr id="1210" name="Google Shape;1210;p28"/>
            <p:cNvSpPr/>
            <p:nvPr/>
          </p:nvSpPr>
          <p:spPr>
            <a:xfrm flipH="1">
              <a:off x="-720" y="-7632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211" name="Google Shape;1211;p28"/>
            <p:cNvGrpSpPr/>
            <p:nvPr/>
          </p:nvGrpSpPr>
          <p:grpSpPr>
            <a:xfrm>
              <a:off x="172620" y="180"/>
              <a:ext cx="241560" cy="882720"/>
              <a:chOff x="172620" y="180"/>
              <a:chExt cx="241560" cy="882720"/>
            </a:xfrm>
          </p:grpSpPr>
          <p:sp>
            <p:nvSpPr>
              <p:cNvPr id="1212" name="Google Shape;1212;p28"/>
              <p:cNvSpPr/>
              <p:nvPr/>
            </p:nvSpPr>
            <p:spPr>
              <a:xfrm flipH="1" rot="5400000">
                <a:off x="217440" y="68616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3" name="Google Shape;1213;p28"/>
              <p:cNvSpPr/>
              <p:nvPr/>
            </p:nvSpPr>
            <p:spPr>
              <a:xfrm flipH="1" rot="5400000">
                <a:off x="218160" y="53928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4" name="Google Shape;1214;p28"/>
              <p:cNvSpPr/>
              <p:nvPr/>
            </p:nvSpPr>
            <p:spPr>
              <a:xfrm flipH="1" rot="5400000">
                <a:off x="218160" y="392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5" name="Google Shape;1215;p28"/>
              <p:cNvSpPr/>
              <p:nvPr/>
            </p:nvSpPr>
            <p:spPr>
              <a:xfrm flipH="1" rot="5400000">
                <a:off x="218160" y="2466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6" name="Google Shape;1216;p28"/>
              <p:cNvSpPr/>
              <p:nvPr/>
            </p:nvSpPr>
            <p:spPr>
              <a:xfrm flipH="1" rot="5400000">
                <a:off x="218160" y="10044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7" name="Google Shape;1217;p28"/>
              <p:cNvSpPr/>
              <p:nvPr/>
            </p:nvSpPr>
            <p:spPr>
              <a:xfrm flipH="1" rot="5400000">
                <a:off x="218160" y="-453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218" name="Google Shape;1218;p28"/>
          <p:cNvGrpSpPr/>
          <p:nvPr/>
        </p:nvGrpSpPr>
        <p:grpSpPr>
          <a:xfrm>
            <a:off x="-172080" y="1892520"/>
            <a:ext cx="552600" cy="98640"/>
            <a:chOff x="-172080" y="1892520"/>
            <a:chExt cx="552600" cy="98640"/>
          </a:xfrm>
        </p:grpSpPr>
        <p:sp>
          <p:nvSpPr>
            <p:cNvPr id="1219" name="Google Shape;1219;p28"/>
            <p:cNvSpPr/>
            <p:nvPr/>
          </p:nvSpPr>
          <p:spPr>
            <a:xfrm rot="5400000">
              <a:off x="281880" y="18925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0" name="Google Shape;1220;p28"/>
            <p:cNvSpPr/>
            <p:nvPr/>
          </p:nvSpPr>
          <p:spPr>
            <a:xfrm rot="5400000">
              <a:off x="308520" y="19195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1" name="Google Shape;1221;p28"/>
            <p:cNvSpPr/>
            <p:nvPr/>
          </p:nvSpPr>
          <p:spPr>
            <a:xfrm rot="5400000">
              <a:off x="-172080" y="18954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2" name="Google Shape;1222;p28"/>
            <p:cNvSpPr/>
            <p:nvPr/>
          </p:nvSpPr>
          <p:spPr>
            <a:xfrm rot="5400000">
              <a:off x="-148320" y="19195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3" name="Google Shape;1223;p28"/>
            <p:cNvSpPr/>
            <p:nvPr/>
          </p:nvSpPr>
          <p:spPr>
            <a:xfrm rot="5400000">
              <a:off x="103680" y="17568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24" name="Google Shape;1224;p28"/>
          <p:cNvSpPr/>
          <p:nvPr/>
        </p:nvSpPr>
        <p:spPr>
          <a:xfrm rot="-5400000">
            <a:off x="348840" y="40190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225" name="Google Shape;1225;p28"/>
          <p:cNvGrpSpPr/>
          <p:nvPr/>
        </p:nvGrpSpPr>
        <p:grpSpPr>
          <a:xfrm>
            <a:off x="8670240" y="3693240"/>
            <a:ext cx="296100" cy="1822140"/>
            <a:chOff x="8670240" y="3693240"/>
            <a:chExt cx="296100" cy="1822140"/>
          </a:xfrm>
        </p:grpSpPr>
        <p:sp>
          <p:nvSpPr>
            <p:cNvPr id="1226" name="Google Shape;1226;p28"/>
            <p:cNvSpPr/>
            <p:nvPr/>
          </p:nvSpPr>
          <p:spPr>
            <a:xfrm flipH="1" rot="-5400000">
              <a:off x="8029440" y="45784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7" name="Google Shape;1227;p28"/>
            <p:cNvSpPr/>
            <p:nvPr/>
          </p:nvSpPr>
          <p:spPr>
            <a:xfrm flipH="1" rot="-5400000">
              <a:off x="8670240" y="42894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8" name="Google Shape;1228;p28"/>
            <p:cNvSpPr/>
            <p:nvPr/>
          </p:nvSpPr>
          <p:spPr>
            <a:xfrm flipH="1" rot="-5400000">
              <a:off x="8694720" y="431388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9" name="Google Shape;1229;p28"/>
            <p:cNvSpPr/>
            <p:nvPr/>
          </p:nvSpPr>
          <p:spPr>
            <a:xfrm flipH="1" rot="-5400000">
              <a:off x="8769960" y="3693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0" name="Google Shape;1230;p28"/>
            <p:cNvSpPr/>
            <p:nvPr/>
          </p:nvSpPr>
          <p:spPr>
            <a:xfrm flipH="1" rot="-5400000">
              <a:off x="8794440" y="371736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1" name="Google Shape;1231;p28"/>
            <p:cNvSpPr/>
            <p:nvPr/>
          </p:nvSpPr>
          <p:spPr>
            <a:xfrm flipH="1" rot="-5400000">
              <a:off x="8236800" y="486000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32" name="Google Shape;1232;p28"/>
          <p:cNvGrpSpPr/>
          <p:nvPr/>
        </p:nvGrpSpPr>
        <p:grpSpPr>
          <a:xfrm>
            <a:off x="7120440" y="-108000"/>
            <a:ext cx="1520640" cy="301680"/>
            <a:chOff x="7120440" y="-108000"/>
            <a:chExt cx="1520640" cy="301680"/>
          </a:xfrm>
        </p:grpSpPr>
        <p:sp>
          <p:nvSpPr>
            <p:cNvPr id="1233" name="Google Shape;1233;p28"/>
            <p:cNvSpPr/>
            <p:nvPr/>
          </p:nvSpPr>
          <p:spPr>
            <a:xfrm flipH="1">
              <a:off x="721188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4" name="Google Shape;1234;p28"/>
            <p:cNvSpPr/>
            <p:nvPr/>
          </p:nvSpPr>
          <p:spPr>
            <a:xfrm flipH="1">
              <a:off x="712044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5" name="Google Shape;1235;p28"/>
            <p:cNvSpPr/>
            <p:nvPr/>
          </p:nvSpPr>
          <p:spPr>
            <a:xfrm flipH="1">
              <a:off x="714456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6" name="Google Shape;1236;p28"/>
            <p:cNvSpPr/>
            <p:nvPr/>
          </p:nvSpPr>
          <p:spPr>
            <a:xfrm flipH="1">
              <a:off x="854964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7" name="Google Shape;1237;p28"/>
            <p:cNvSpPr/>
            <p:nvPr/>
          </p:nvSpPr>
          <p:spPr>
            <a:xfrm flipH="1">
              <a:off x="857376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38" name="Google Shape;1238;p28"/>
          <p:cNvGrpSpPr/>
          <p:nvPr/>
        </p:nvGrpSpPr>
        <p:grpSpPr>
          <a:xfrm>
            <a:off x="8455320" y="1287360"/>
            <a:ext cx="882720" cy="241560"/>
            <a:chOff x="8455320" y="1287360"/>
            <a:chExt cx="882720" cy="241560"/>
          </a:xfrm>
        </p:grpSpPr>
        <p:sp>
          <p:nvSpPr>
            <p:cNvPr id="1239" name="Google Shape;1239;p28"/>
            <p:cNvSpPr/>
            <p:nvPr/>
          </p:nvSpPr>
          <p:spPr>
            <a:xfrm>
              <a:off x="8455320" y="12873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0" name="Google Shape;1240;p28"/>
            <p:cNvSpPr/>
            <p:nvPr/>
          </p:nvSpPr>
          <p:spPr>
            <a:xfrm>
              <a:off x="8602560" y="12873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1" name="Google Shape;1241;p28"/>
            <p:cNvSpPr/>
            <p:nvPr/>
          </p:nvSpPr>
          <p:spPr>
            <a:xfrm>
              <a:off x="8748720" y="128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2" name="Google Shape;1242;p28"/>
            <p:cNvSpPr/>
            <p:nvPr/>
          </p:nvSpPr>
          <p:spPr>
            <a:xfrm>
              <a:off x="8894880" y="128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3" name="Google Shape;1243;p28"/>
            <p:cNvSpPr/>
            <p:nvPr/>
          </p:nvSpPr>
          <p:spPr>
            <a:xfrm>
              <a:off x="9041400" y="128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4" name="Google Shape;1244;p28"/>
            <p:cNvSpPr/>
            <p:nvPr/>
          </p:nvSpPr>
          <p:spPr>
            <a:xfrm>
              <a:off x="9187560" y="128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6">
  <p:cSld name="BLANK_6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6" name="Google Shape;1246;p2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247" name="Google Shape;1247;p29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9" name="Google Shape;1249;p29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2" name="Google Shape;1252;p29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8" name="Google Shape;1258;p29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9" name="Google Shape;1259;p29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0" name="Google Shape;1260;p29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1" name="Google Shape;1261;p29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2" name="Google Shape;1262;p29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3" name="Google Shape;1263;p29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4" name="Google Shape;1264;p29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5" name="Google Shape;1265;p29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6" name="Google Shape;1266;p29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7" name="Google Shape;1267;p29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8" name="Google Shape;1268;p29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9" name="Google Shape;1269;p29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0" name="Google Shape;1270;p29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1" name="Google Shape;1271;p29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2" name="Google Shape;1272;p29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4" name="Google Shape;1274;p29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5" name="Google Shape;1275;p29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6" name="Google Shape;1276;p29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7" name="Google Shape;1277;p29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8" name="Google Shape;1278;p29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9" name="Google Shape;1279;p29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0" name="Google Shape;1280;p29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1" name="Google Shape;1281;p29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2" name="Google Shape;1282;p29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3" name="Google Shape;1283;p29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4" name="Google Shape;1284;p29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85" name="Google Shape;1285;p29"/>
          <p:cNvSpPr txBox="1"/>
          <p:nvPr>
            <p:ph type="title"/>
          </p:nvPr>
        </p:nvSpPr>
        <p:spPr>
          <a:xfrm>
            <a:off x="2246400" y="1636200"/>
            <a:ext cx="201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86" name="Google Shape;1286;p29"/>
          <p:cNvSpPr txBox="1"/>
          <p:nvPr>
            <p:ph idx="2" type="title"/>
          </p:nvPr>
        </p:nvSpPr>
        <p:spPr>
          <a:xfrm>
            <a:off x="6172560" y="1636200"/>
            <a:ext cx="201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87" name="Google Shape;1287;p29"/>
          <p:cNvSpPr txBox="1"/>
          <p:nvPr>
            <p:ph idx="3" type="title"/>
          </p:nvPr>
        </p:nvSpPr>
        <p:spPr>
          <a:xfrm>
            <a:off x="2204280" y="3315240"/>
            <a:ext cx="2103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88" name="Google Shape;1288;p29"/>
          <p:cNvSpPr txBox="1"/>
          <p:nvPr>
            <p:ph idx="4" type="title"/>
          </p:nvPr>
        </p:nvSpPr>
        <p:spPr>
          <a:xfrm>
            <a:off x="6172560" y="3315240"/>
            <a:ext cx="201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89" name="Google Shape;1289;p29"/>
          <p:cNvSpPr/>
          <p:nvPr/>
        </p:nvSpPr>
        <p:spPr>
          <a:xfrm>
            <a:off x="0" y="-993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290" name="Google Shape;1290;p29"/>
          <p:cNvGrpSpPr/>
          <p:nvPr/>
        </p:nvGrpSpPr>
        <p:grpSpPr>
          <a:xfrm>
            <a:off x="-500760" y="161280"/>
            <a:ext cx="1520640" cy="301680"/>
            <a:chOff x="-500760" y="161280"/>
            <a:chExt cx="1520640" cy="301680"/>
          </a:xfrm>
        </p:grpSpPr>
        <p:sp>
          <p:nvSpPr>
            <p:cNvPr id="1291" name="Google Shape;1291;p29"/>
            <p:cNvSpPr/>
            <p:nvPr/>
          </p:nvSpPr>
          <p:spPr>
            <a:xfrm>
              <a:off x="-407160" y="20772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2" name="Google Shape;1292;p29"/>
            <p:cNvSpPr/>
            <p:nvPr/>
          </p:nvSpPr>
          <p:spPr>
            <a:xfrm>
              <a:off x="928440" y="371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3" name="Google Shape;1293;p29"/>
            <p:cNvSpPr/>
            <p:nvPr/>
          </p:nvSpPr>
          <p:spPr>
            <a:xfrm>
              <a:off x="952200" y="3960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4" name="Google Shape;1294;p29"/>
            <p:cNvSpPr/>
            <p:nvPr/>
          </p:nvSpPr>
          <p:spPr>
            <a:xfrm>
              <a:off x="-500760" y="1612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5" name="Google Shape;1295;p29"/>
            <p:cNvSpPr/>
            <p:nvPr/>
          </p:nvSpPr>
          <p:spPr>
            <a:xfrm>
              <a:off x="-476640" y="186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96" name="Google Shape;1296;p29"/>
          <p:cNvGrpSpPr/>
          <p:nvPr/>
        </p:nvGrpSpPr>
        <p:grpSpPr>
          <a:xfrm>
            <a:off x="-141480" y="2229120"/>
            <a:ext cx="552600" cy="98640"/>
            <a:chOff x="-141480" y="2229120"/>
            <a:chExt cx="552600" cy="98640"/>
          </a:xfrm>
        </p:grpSpPr>
        <p:sp>
          <p:nvSpPr>
            <p:cNvPr id="1297" name="Google Shape;1297;p29"/>
            <p:cNvSpPr/>
            <p:nvPr/>
          </p:nvSpPr>
          <p:spPr>
            <a:xfrm rot="5400000">
              <a:off x="312480" y="22291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8" name="Google Shape;1298;p29"/>
            <p:cNvSpPr/>
            <p:nvPr/>
          </p:nvSpPr>
          <p:spPr>
            <a:xfrm rot="5400000">
              <a:off x="339120" y="22561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9" name="Google Shape;1299;p29"/>
            <p:cNvSpPr/>
            <p:nvPr/>
          </p:nvSpPr>
          <p:spPr>
            <a:xfrm rot="5400000">
              <a:off x="-141480" y="22323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0" name="Google Shape;1300;p29"/>
            <p:cNvSpPr/>
            <p:nvPr/>
          </p:nvSpPr>
          <p:spPr>
            <a:xfrm rot="5400000">
              <a:off x="-117720" y="2256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1" name="Google Shape;1301;p29"/>
            <p:cNvSpPr/>
            <p:nvPr/>
          </p:nvSpPr>
          <p:spPr>
            <a:xfrm rot="5400000">
              <a:off x="134640" y="20934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02" name="Google Shape;1302;p29"/>
          <p:cNvGrpSpPr/>
          <p:nvPr/>
        </p:nvGrpSpPr>
        <p:grpSpPr>
          <a:xfrm>
            <a:off x="5072400" y="4999680"/>
            <a:ext cx="1822680" cy="196560"/>
            <a:chOff x="5072400" y="4999680"/>
            <a:chExt cx="1822680" cy="196560"/>
          </a:xfrm>
        </p:grpSpPr>
        <p:sp>
          <p:nvSpPr>
            <p:cNvPr id="1303" name="Google Shape;1303;p29"/>
            <p:cNvSpPr/>
            <p:nvPr/>
          </p:nvSpPr>
          <p:spPr>
            <a:xfrm flipH="1">
              <a:off x="5072400" y="50461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4" name="Google Shape;1304;p29"/>
            <p:cNvSpPr/>
            <p:nvPr/>
          </p:nvSpPr>
          <p:spPr>
            <a:xfrm flipH="1">
              <a:off x="6803640" y="4999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5" name="Google Shape;1305;p29"/>
            <p:cNvSpPr/>
            <p:nvPr/>
          </p:nvSpPr>
          <p:spPr>
            <a:xfrm flipH="1">
              <a:off x="6826680" y="50245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306" name="Google Shape;1306;p29"/>
          <p:cNvSpPr/>
          <p:nvPr/>
        </p:nvSpPr>
        <p:spPr>
          <a:xfrm rot="-5400000">
            <a:off x="348840" y="41961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307" name="Google Shape;1307;p29"/>
          <p:cNvGrpSpPr/>
          <p:nvPr/>
        </p:nvGrpSpPr>
        <p:grpSpPr>
          <a:xfrm>
            <a:off x="8792640" y="1541160"/>
            <a:ext cx="552600" cy="98640"/>
            <a:chOff x="8792640" y="1541160"/>
            <a:chExt cx="552600" cy="98640"/>
          </a:xfrm>
        </p:grpSpPr>
        <p:sp>
          <p:nvSpPr>
            <p:cNvPr id="1308" name="Google Shape;1308;p29"/>
            <p:cNvSpPr/>
            <p:nvPr/>
          </p:nvSpPr>
          <p:spPr>
            <a:xfrm rot="5400000">
              <a:off x="9246600" y="154116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9" name="Google Shape;1309;p29"/>
            <p:cNvSpPr/>
            <p:nvPr/>
          </p:nvSpPr>
          <p:spPr>
            <a:xfrm rot="5400000">
              <a:off x="9272880" y="156816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0" name="Google Shape;1310;p29"/>
            <p:cNvSpPr/>
            <p:nvPr/>
          </p:nvSpPr>
          <p:spPr>
            <a:xfrm rot="5400000">
              <a:off x="8792640" y="15444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1" name="Google Shape;1311;p29"/>
            <p:cNvSpPr/>
            <p:nvPr/>
          </p:nvSpPr>
          <p:spPr>
            <a:xfrm rot="5400000">
              <a:off x="8816400" y="1568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2" name="Google Shape;1312;p29"/>
            <p:cNvSpPr/>
            <p:nvPr/>
          </p:nvSpPr>
          <p:spPr>
            <a:xfrm rot="5400000">
              <a:off x="9068400" y="140544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313" name="Google Shape;1313;p29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314" name="Google Shape;1314;p29"/>
          <p:cNvGrpSpPr/>
          <p:nvPr/>
        </p:nvGrpSpPr>
        <p:grpSpPr>
          <a:xfrm>
            <a:off x="5072040" y="285120"/>
            <a:ext cx="1252800" cy="50760"/>
            <a:chOff x="5072040" y="285120"/>
            <a:chExt cx="1252800" cy="50760"/>
          </a:xfrm>
        </p:grpSpPr>
        <p:sp>
          <p:nvSpPr>
            <p:cNvPr id="1315" name="Google Shape;1315;p29"/>
            <p:cNvSpPr/>
            <p:nvPr/>
          </p:nvSpPr>
          <p:spPr>
            <a:xfrm>
              <a:off x="50720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6" name="Google Shape;1316;p29"/>
            <p:cNvSpPr/>
            <p:nvPr/>
          </p:nvSpPr>
          <p:spPr>
            <a:xfrm>
              <a:off x="51645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7" name="Google Shape;1317;p29"/>
            <p:cNvSpPr/>
            <p:nvPr/>
          </p:nvSpPr>
          <p:spPr>
            <a:xfrm>
              <a:off x="52570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8" name="Google Shape;1318;p29"/>
            <p:cNvSpPr/>
            <p:nvPr/>
          </p:nvSpPr>
          <p:spPr>
            <a:xfrm>
              <a:off x="534960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9" name="Google Shape;1319;p29"/>
            <p:cNvSpPr/>
            <p:nvPr/>
          </p:nvSpPr>
          <p:spPr>
            <a:xfrm>
              <a:off x="544212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0" name="Google Shape;1320;p29"/>
            <p:cNvSpPr/>
            <p:nvPr/>
          </p:nvSpPr>
          <p:spPr>
            <a:xfrm>
              <a:off x="55342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1" name="Google Shape;1321;p29"/>
            <p:cNvSpPr/>
            <p:nvPr/>
          </p:nvSpPr>
          <p:spPr>
            <a:xfrm>
              <a:off x="562680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2" name="Google Shape;1322;p29"/>
            <p:cNvSpPr/>
            <p:nvPr/>
          </p:nvSpPr>
          <p:spPr>
            <a:xfrm>
              <a:off x="571932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3" name="Google Shape;1323;p29"/>
            <p:cNvSpPr/>
            <p:nvPr/>
          </p:nvSpPr>
          <p:spPr>
            <a:xfrm>
              <a:off x="58118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4" name="Google Shape;1324;p29"/>
            <p:cNvSpPr/>
            <p:nvPr/>
          </p:nvSpPr>
          <p:spPr>
            <a:xfrm>
              <a:off x="59043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5" name="Google Shape;1325;p29"/>
            <p:cNvSpPr/>
            <p:nvPr/>
          </p:nvSpPr>
          <p:spPr>
            <a:xfrm>
              <a:off x="59968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6" name="Google Shape;1326;p29"/>
            <p:cNvSpPr/>
            <p:nvPr/>
          </p:nvSpPr>
          <p:spPr>
            <a:xfrm>
              <a:off x="60890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7" name="Google Shape;1327;p29"/>
            <p:cNvSpPr/>
            <p:nvPr/>
          </p:nvSpPr>
          <p:spPr>
            <a:xfrm>
              <a:off x="61815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8" name="Google Shape;1328;p29"/>
            <p:cNvSpPr/>
            <p:nvPr/>
          </p:nvSpPr>
          <p:spPr>
            <a:xfrm>
              <a:off x="62740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29" name="Google Shape;1329;p29"/>
          <p:cNvGrpSpPr/>
          <p:nvPr/>
        </p:nvGrpSpPr>
        <p:grpSpPr>
          <a:xfrm>
            <a:off x="8557560" y="3859560"/>
            <a:ext cx="586440" cy="1522440"/>
            <a:chOff x="8557560" y="3859560"/>
            <a:chExt cx="586440" cy="1522440"/>
          </a:xfrm>
        </p:grpSpPr>
        <p:sp>
          <p:nvSpPr>
            <p:cNvPr id="1330" name="Google Shape;1330;p29"/>
            <p:cNvSpPr/>
            <p:nvPr/>
          </p:nvSpPr>
          <p:spPr>
            <a:xfrm rot="10800000">
              <a:off x="8557560" y="385956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331" name="Google Shape;1331;p29"/>
            <p:cNvGrpSpPr/>
            <p:nvPr/>
          </p:nvGrpSpPr>
          <p:grpSpPr>
            <a:xfrm>
              <a:off x="8784000" y="4276440"/>
              <a:ext cx="133560" cy="1105560"/>
              <a:chOff x="8784000" y="4276440"/>
              <a:chExt cx="133560" cy="1105560"/>
            </a:xfrm>
          </p:grpSpPr>
          <p:grpSp>
            <p:nvGrpSpPr>
              <p:cNvPr id="1332" name="Google Shape;1332;p29"/>
              <p:cNvGrpSpPr/>
              <p:nvPr/>
            </p:nvGrpSpPr>
            <p:grpSpPr>
              <a:xfrm>
                <a:off x="8784000" y="4276440"/>
                <a:ext cx="50760" cy="882720"/>
                <a:chOff x="8784000" y="4276440"/>
                <a:chExt cx="50760" cy="882720"/>
              </a:xfrm>
            </p:grpSpPr>
            <p:sp>
              <p:nvSpPr>
                <p:cNvPr id="1333" name="Google Shape;1333;p29"/>
                <p:cNvSpPr/>
                <p:nvPr/>
              </p:nvSpPr>
              <p:spPr>
                <a:xfrm rot="5400000">
                  <a:off x="8784000" y="4276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34" name="Google Shape;1334;p29"/>
                <p:cNvSpPr/>
                <p:nvPr/>
              </p:nvSpPr>
              <p:spPr>
                <a:xfrm rot="5400000">
                  <a:off x="8784000" y="43689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35" name="Google Shape;1335;p29"/>
                <p:cNvSpPr/>
                <p:nvPr/>
              </p:nvSpPr>
              <p:spPr>
                <a:xfrm rot="5400000">
                  <a:off x="8784000" y="44611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36" name="Google Shape;1336;p29"/>
                <p:cNvSpPr/>
                <p:nvPr/>
              </p:nvSpPr>
              <p:spPr>
                <a:xfrm rot="5400000">
                  <a:off x="8784000" y="45536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37" name="Google Shape;1337;p29"/>
                <p:cNvSpPr/>
                <p:nvPr/>
              </p:nvSpPr>
              <p:spPr>
                <a:xfrm rot="5400000">
                  <a:off x="8784000" y="4646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38" name="Google Shape;1338;p29"/>
                <p:cNvSpPr/>
                <p:nvPr/>
              </p:nvSpPr>
              <p:spPr>
                <a:xfrm rot="5400000">
                  <a:off x="8784000" y="47386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39" name="Google Shape;1339;p29"/>
                <p:cNvSpPr/>
                <p:nvPr/>
              </p:nvSpPr>
              <p:spPr>
                <a:xfrm rot="5400000">
                  <a:off x="8784000" y="48312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0" name="Google Shape;1340;p29"/>
                <p:cNvSpPr/>
                <p:nvPr/>
              </p:nvSpPr>
              <p:spPr>
                <a:xfrm rot="5400000">
                  <a:off x="8784000" y="49237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1" name="Google Shape;1341;p29"/>
                <p:cNvSpPr/>
                <p:nvPr/>
              </p:nvSpPr>
              <p:spPr>
                <a:xfrm rot="5400000">
                  <a:off x="8784000" y="50162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2" name="Google Shape;1342;p29"/>
                <p:cNvSpPr/>
                <p:nvPr/>
              </p:nvSpPr>
              <p:spPr>
                <a:xfrm rot="5400000">
                  <a:off x="8784000" y="51084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1343" name="Google Shape;1343;p29"/>
              <p:cNvGrpSpPr/>
              <p:nvPr/>
            </p:nvGrpSpPr>
            <p:grpSpPr>
              <a:xfrm>
                <a:off x="8866800" y="4498920"/>
                <a:ext cx="50760" cy="883080"/>
                <a:chOff x="8866800" y="4498920"/>
                <a:chExt cx="50760" cy="883080"/>
              </a:xfrm>
            </p:grpSpPr>
            <p:sp>
              <p:nvSpPr>
                <p:cNvPr id="1344" name="Google Shape;1344;p29"/>
                <p:cNvSpPr/>
                <p:nvPr/>
              </p:nvSpPr>
              <p:spPr>
                <a:xfrm rot="5400000">
                  <a:off x="8866800" y="44989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5" name="Google Shape;1345;p29"/>
                <p:cNvSpPr/>
                <p:nvPr/>
              </p:nvSpPr>
              <p:spPr>
                <a:xfrm rot="5400000">
                  <a:off x="8866800" y="4591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6" name="Google Shape;1346;p29"/>
                <p:cNvSpPr/>
                <p:nvPr/>
              </p:nvSpPr>
              <p:spPr>
                <a:xfrm rot="5400000">
                  <a:off x="8866800" y="46839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7" name="Google Shape;1347;p29"/>
                <p:cNvSpPr/>
                <p:nvPr/>
              </p:nvSpPr>
              <p:spPr>
                <a:xfrm rot="5400000">
                  <a:off x="8866800" y="47764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8" name="Google Shape;1348;p29"/>
                <p:cNvSpPr/>
                <p:nvPr/>
              </p:nvSpPr>
              <p:spPr>
                <a:xfrm rot="5400000">
                  <a:off x="8866800" y="48690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49" name="Google Shape;1349;p29"/>
                <p:cNvSpPr/>
                <p:nvPr/>
              </p:nvSpPr>
              <p:spPr>
                <a:xfrm rot="5400000">
                  <a:off x="8866800" y="49615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50" name="Google Shape;1350;p29"/>
                <p:cNvSpPr/>
                <p:nvPr/>
              </p:nvSpPr>
              <p:spPr>
                <a:xfrm rot="5400000">
                  <a:off x="8866800" y="50536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51" name="Google Shape;1351;p29"/>
                <p:cNvSpPr/>
                <p:nvPr/>
              </p:nvSpPr>
              <p:spPr>
                <a:xfrm rot="5400000">
                  <a:off x="8866800" y="51462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52" name="Google Shape;1352;p29"/>
                <p:cNvSpPr/>
                <p:nvPr/>
              </p:nvSpPr>
              <p:spPr>
                <a:xfrm rot="5400000">
                  <a:off x="8866800" y="52387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53" name="Google Shape;1353;p29"/>
                <p:cNvSpPr/>
                <p:nvPr/>
              </p:nvSpPr>
              <p:spPr>
                <a:xfrm rot="5400000">
                  <a:off x="8866800" y="53312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</p:grpSp>
      <p:sp>
        <p:nvSpPr>
          <p:cNvPr id="1354" name="Google Shape;1354;p29"/>
          <p:cNvSpPr txBox="1"/>
          <p:nvPr>
            <p:ph idx="5"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1">
  <p:cSld name="BLANK_11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6" name="Google Shape;1356;p30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357" name="Google Shape;1357;p30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8" name="Google Shape;1358;p30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9" name="Google Shape;1359;p30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0" name="Google Shape;1360;p30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1" name="Google Shape;1361;p30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2" name="Google Shape;1362;p30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3" name="Google Shape;1363;p30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4" name="Google Shape;1364;p30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5" name="Google Shape;1365;p30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6" name="Google Shape;1366;p30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7" name="Google Shape;1367;p30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8" name="Google Shape;1368;p30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9" name="Google Shape;1369;p30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0" name="Google Shape;1370;p30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1" name="Google Shape;1371;p30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2" name="Google Shape;1372;p30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3" name="Google Shape;1373;p30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4" name="Google Shape;1374;p30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5" name="Google Shape;1375;p30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8" name="Google Shape;1378;p30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9" name="Google Shape;1379;p30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0" name="Google Shape;1380;p30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1" name="Google Shape;1381;p30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2" name="Google Shape;1382;p30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3" name="Google Shape;1383;p30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4" name="Google Shape;1384;p30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5" name="Google Shape;1385;p30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6" name="Google Shape;1386;p30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7" name="Google Shape;1387;p30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8" name="Google Shape;1388;p30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9" name="Google Shape;1389;p30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0" name="Google Shape;1390;p30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1" name="Google Shape;1391;p30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2" name="Google Shape;1392;p30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3" name="Google Shape;1393;p30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4" name="Google Shape;1394;p30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395" name="Google Shape;1395;p30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96" name="Google Shape;1396;p30"/>
          <p:cNvSpPr txBox="1"/>
          <p:nvPr>
            <p:ph idx="2" type="title"/>
          </p:nvPr>
        </p:nvSpPr>
        <p:spPr>
          <a:xfrm>
            <a:off x="841320" y="2611080"/>
            <a:ext cx="2040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97" name="Google Shape;1397;p30"/>
          <p:cNvSpPr txBox="1"/>
          <p:nvPr>
            <p:ph idx="3" type="title"/>
          </p:nvPr>
        </p:nvSpPr>
        <p:spPr>
          <a:xfrm>
            <a:off x="744840" y="1668240"/>
            <a:ext cx="2233080" cy="788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98" name="Google Shape;1398;p30"/>
          <p:cNvSpPr txBox="1"/>
          <p:nvPr>
            <p:ph idx="4" type="title"/>
          </p:nvPr>
        </p:nvSpPr>
        <p:spPr>
          <a:xfrm>
            <a:off x="3551760" y="2972880"/>
            <a:ext cx="2040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99" name="Google Shape;1399;p30"/>
          <p:cNvSpPr txBox="1"/>
          <p:nvPr>
            <p:ph idx="5" type="title"/>
          </p:nvPr>
        </p:nvSpPr>
        <p:spPr>
          <a:xfrm>
            <a:off x="3455280" y="2030040"/>
            <a:ext cx="2233080" cy="788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00" name="Google Shape;1400;p30"/>
          <p:cNvSpPr txBox="1"/>
          <p:nvPr>
            <p:ph idx="6" type="title"/>
          </p:nvPr>
        </p:nvSpPr>
        <p:spPr>
          <a:xfrm>
            <a:off x="6261840" y="2611080"/>
            <a:ext cx="2040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01" name="Google Shape;1401;p30"/>
          <p:cNvSpPr txBox="1"/>
          <p:nvPr>
            <p:ph idx="7" type="title"/>
          </p:nvPr>
        </p:nvSpPr>
        <p:spPr>
          <a:xfrm>
            <a:off x="6165360" y="1668240"/>
            <a:ext cx="2233080" cy="788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402" name="Google Shape;1402;p30"/>
          <p:cNvGrpSpPr/>
          <p:nvPr/>
        </p:nvGrpSpPr>
        <p:grpSpPr>
          <a:xfrm>
            <a:off x="0" y="4336200"/>
            <a:ext cx="1284120" cy="586440"/>
            <a:chOff x="0" y="4336200"/>
            <a:chExt cx="1284120" cy="586440"/>
          </a:xfrm>
        </p:grpSpPr>
        <p:sp>
          <p:nvSpPr>
            <p:cNvPr id="1403" name="Google Shape;1403;p30"/>
            <p:cNvSpPr/>
            <p:nvPr/>
          </p:nvSpPr>
          <p:spPr>
            <a:xfrm rot="-5400000">
              <a:off x="348840" y="398736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404" name="Google Shape;1404;p30"/>
            <p:cNvGrpSpPr/>
            <p:nvPr/>
          </p:nvGrpSpPr>
          <p:grpSpPr>
            <a:xfrm>
              <a:off x="360" y="4509000"/>
              <a:ext cx="882720" cy="241560"/>
              <a:chOff x="360" y="4509000"/>
              <a:chExt cx="882720" cy="241560"/>
            </a:xfrm>
          </p:grpSpPr>
          <p:sp>
            <p:nvSpPr>
              <p:cNvPr id="1405" name="Google Shape;1405;p30"/>
              <p:cNvSpPr/>
              <p:nvPr/>
            </p:nvSpPr>
            <p:spPr>
              <a:xfrm rot="10800000">
                <a:off x="731160" y="450900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06" name="Google Shape;1406;p30"/>
              <p:cNvSpPr/>
              <p:nvPr/>
            </p:nvSpPr>
            <p:spPr>
              <a:xfrm rot="10800000">
                <a:off x="585360" y="450900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07" name="Google Shape;1407;p30"/>
              <p:cNvSpPr/>
              <p:nvPr/>
            </p:nvSpPr>
            <p:spPr>
              <a:xfrm rot="10800000">
                <a:off x="439200" y="45090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08" name="Google Shape;1408;p30"/>
              <p:cNvSpPr/>
              <p:nvPr/>
            </p:nvSpPr>
            <p:spPr>
              <a:xfrm rot="10800000">
                <a:off x="293040" y="45090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09" name="Google Shape;1409;p30"/>
              <p:cNvSpPr/>
              <p:nvPr/>
            </p:nvSpPr>
            <p:spPr>
              <a:xfrm rot="10800000">
                <a:off x="146880" y="45090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10" name="Google Shape;1410;p30"/>
              <p:cNvSpPr/>
              <p:nvPr/>
            </p:nvSpPr>
            <p:spPr>
              <a:xfrm rot="10800000">
                <a:off x="360" y="45090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411" name="Google Shape;1411;p30"/>
          <p:cNvGrpSpPr/>
          <p:nvPr/>
        </p:nvGrpSpPr>
        <p:grpSpPr>
          <a:xfrm>
            <a:off x="1397880" y="-114480"/>
            <a:ext cx="1520640" cy="301680"/>
            <a:chOff x="1397880" y="-114480"/>
            <a:chExt cx="1520640" cy="301680"/>
          </a:xfrm>
        </p:grpSpPr>
        <p:sp>
          <p:nvSpPr>
            <p:cNvPr id="1412" name="Google Shape;1412;p30"/>
            <p:cNvSpPr/>
            <p:nvPr/>
          </p:nvSpPr>
          <p:spPr>
            <a:xfrm>
              <a:off x="1491480" y="-680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3" name="Google Shape;1413;p30"/>
            <p:cNvSpPr/>
            <p:nvPr/>
          </p:nvSpPr>
          <p:spPr>
            <a:xfrm>
              <a:off x="2827080" y="957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4" name="Google Shape;1414;p30"/>
            <p:cNvSpPr/>
            <p:nvPr/>
          </p:nvSpPr>
          <p:spPr>
            <a:xfrm>
              <a:off x="2850840" y="1206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5" name="Google Shape;1415;p30"/>
            <p:cNvSpPr/>
            <p:nvPr/>
          </p:nvSpPr>
          <p:spPr>
            <a:xfrm>
              <a:off x="1397880" y="-1144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6" name="Google Shape;1416;p30"/>
            <p:cNvSpPr/>
            <p:nvPr/>
          </p:nvSpPr>
          <p:spPr>
            <a:xfrm>
              <a:off x="1422000" y="-896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17" name="Google Shape;1417;p30"/>
          <p:cNvGrpSpPr/>
          <p:nvPr/>
        </p:nvGrpSpPr>
        <p:grpSpPr>
          <a:xfrm>
            <a:off x="-141480" y="1750680"/>
            <a:ext cx="552600" cy="98640"/>
            <a:chOff x="-141480" y="1750680"/>
            <a:chExt cx="552600" cy="98640"/>
          </a:xfrm>
        </p:grpSpPr>
        <p:sp>
          <p:nvSpPr>
            <p:cNvPr id="1418" name="Google Shape;1418;p30"/>
            <p:cNvSpPr/>
            <p:nvPr/>
          </p:nvSpPr>
          <p:spPr>
            <a:xfrm rot="5400000">
              <a:off x="312480" y="17506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9" name="Google Shape;1419;p30"/>
            <p:cNvSpPr/>
            <p:nvPr/>
          </p:nvSpPr>
          <p:spPr>
            <a:xfrm rot="5400000">
              <a:off x="339120" y="17776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0" name="Google Shape;1420;p30"/>
            <p:cNvSpPr/>
            <p:nvPr/>
          </p:nvSpPr>
          <p:spPr>
            <a:xfrm rot="5400000">
              <a:off x="-141480" y="17535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1" name="Google Shape;1421;p30"/>
            <p:cNvSpPr/>
            <p:nvPr/>
          </p:nvSpPr>
          <p:spPr>
            <a:xfrm rot="5400000">
              <a:off x="-117720" y="17776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2" name="Google Shape;1422;p30"/>
            <p:cNvSpPr/>
            <p:nvPr/>
          </p:nvSpPr>
          <p:spPr>
            <a:xfrm rot="5400000">
              <a:off x="134640" y="16149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423" name="Google Shape;1423;p30"/>
          <p:cNvSpPr/>
          <p:nvPr/>
        </p:nvSpPr>
        <p:spPr>
          <a:xfrm>
            <a:off x="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24" name="Google Shape;1424;p30"/>
          <p:cNvSpPr/>
          <p:nvPr/>
        </p:nvSpPr>
        <p:spPr>
          <a:xfrm>
            <a:off x="-1281600" y="37908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25" name="Google Shape;1425;p30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26" name="Google Shape;1426;p30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427" name="Google Shape;1427;p30"/>
          <p:cNvGrpSpPr/>
          <p:nvPr/>
        </p:nvGrpSpPr>
        <p:grpSpPr>
          <a:xfrm>
            <a:off x="7812720" y="883440"/>
            <a:ext cx="1520640" cy="301680"/>
            <a:chOff x="7812720" y="883440"/>
            <a:chExt cx="1520640" cy="301680"/>
          </a:xfrm>
        </p:grpSpPr>
        <p:sp>
          <p:nvSpPr>
            <p:cNvPr id="1428" name="Google Shape;1428;p30"/>
            <p:cNvSpPr/>
            <p:nvPr/>
          </p:nvSpPr>
          <p:spPr>
            <a:xfrm>
              <a:off x="7906320" y="92988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9" name="Google Shape;1429;p30"/>
            <p:cNvSpPr/>
            <p:nvPr/>
          </p:nvSpPr>
          <p:spPr>
            <a:xfrm>
              <a:off x="9241920" y="1093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0" name="Google Shape;1430;p30"/>
            <p:cNvSpPr/>
            <p:nvPr/>
          </p:nvSpPr>
          <p:spPr>
            <a:xfrm>
              <a:off x="9265680" y="111816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1" name="Google Shape;1431;p30"/>
            <p:cNvSpPr/>
            <p:nvPr/>
          </p:nvSpPr>
          <p:spPr>
            <a:xfrm>
              <a:off x="7812720" y="8834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2" name="Google Shape;1432;p30"/>
            <p:cNvSpPr/>
            <p:nvPr/>
          </p:nvSpPr>
          <p:spPr>
            <a:xfrm>
              <a:off x="7836840" y="9082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33" name="Google Shape;1433;p30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434" name="Google Shape;1434;p30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5" name="Google Shape;1435;p30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6" name="Google Shape;1436;p30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7" name="Google Shape;1437;p30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8" name="Google Shape;1438;p30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 type="title">
  <p:cSld name="TITLE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0" name="Google Shape;1440;p31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441" name="Google Shape;1441;p31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2" name="Google Shape;1442;p31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3" name="Google Shape;1443;p31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4" name="Google Shape;1444;p31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5" name="Google Shape;1445;p31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6" name="Google Shape;1446;p31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7" name="Google Shape;1447;p31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8" name="Google Shape;1448;p31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9" name="Google Shape;1449;p31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0" name="Google Shape;1450;p31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1" name="Google Shape;1451;p31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2" name="Google Shape;1452;p31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3" name="Google Shape;1453;p31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4" name="Google Shape;1454;p31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5" name="Google Shape;1455;p31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6" name="Google Shape;1456;p31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7" name="Google Shape;1457;p31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8" name="Google Shape;1458;p31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9" name="Google Shape;1459;p31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0" name="Google Shape;1460;p31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1" name="Google Shape;1461;p31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2" name="Google Shape;1462;p31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3" name="Google Shape;1463;p31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4" name="Google Shape;1464;p31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5" name="Google Shape;1465;p31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6" name="Google Shape;1466;p31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7" name="Google Shape;1467;p31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8" name="Google Shape;1468;p31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9" name="Google Shape;1469;p31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0" name="Google Shape;1470;p31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1" name="Google Shape;1471;p31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2" name="Google Shape;1472;p31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3" name="Google Shape;1473;p31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4" name="Google Shape;1474;p31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5" name="Google Shape;1475;p31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6" name="Google Shape;1476;p31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7" name="Google Shape;1477;p31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8" name="Google Shape;1478;p31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479" name="Google Shape;1479;p31"/>
          <p:cNvSpPr txBox="1"/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80" name="Google Shape;1480;p31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b="0" lang="en-US" sz="1200" u="none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lang="en-US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en-US" sz="1200" u="sng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lang="en-US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b="1" lang="en-US" sz="1200" u="sng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81" name="Google Shape;1481;p31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482" name="Google Shape;1482;p31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1483" name="Google Shape;1483;p31"/>
            <p:cNvSpPr/>
            <p:nvPr/>
          </p:nvSpPr>
          <p:spPr>
            <a:xfrm rot="-5400000">
              <a:off x="348840" y="25848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484" name="Google Shape;1484;p31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1485" name="Google Shape;1485;p31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6" name="Google Shape;1486;p31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7" name="Google Shape;1487;p31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8" name="Google Shape;1488;p31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9" name="Google Shape;1489;p31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90" name="Google Shape;1490;p31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491" name="Google Shape;1491;p31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1492" name="Google Shape;1492;p31"/>
            <p:cNvSpPr/>
            <p:nvPr/>
          </p:nvSpPr>
          <p:spPr>
            <a:xfrm>
              <a:off x="2712240" y="50277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3" name="Google Shape;1493;p31"/>
            <p:cNvSpPr/>
            <p:nvPr/>
          </p:nvSpPr>
          <p:spPr>
            <a:xfrm>
              <a:off x="4047840" y="51915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4" name="Google Shape;1494;p31"/>
            <p:cNvSpPr/>
            <p:nvPr/>
          </p:nvSpPr>
          <p:spPr>
            <a:xfrm>
              <a:off x="4071960" y="52160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5" name="Google Shape;1495;p31"/>
            <p:cNvSpPr/>
            <p:nvPr/>
          </p:nvSpPr>
          <p:spPr>
            <a:xfrm>
              <a:off x="2619000" y="498132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6" name="Google Shape;1496;p31"/>
            <p:cNvSpPr/>
            <p:nvPr/>
          </p:nvSpPr>
          <p:spPr>
            <a:xfrm>
              <a:off x="2642760" y="5006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97" name="Google Shape;1497;p31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498" name="Google Shape;1498;p31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9" name="Google Shape;1499;p31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0" name="Google Shape;1500;p31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1" name="Google Shape;1501;p31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2" name="Google Shape;1502;p31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03" name="Google Shape;1503;p31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1504" name="Google Shape;1504;p31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5" name="Google Shape;1505;p31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06" name="Google Shape;1506;p31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1507" name="Google Shape;1507;p31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8" name="Google Shape;1508;p31"/>
            <p:cNvSpPr/>
            <p:nvPr/>
          </p:nvSpPr>
          <p:spPr>
            <a:xfrm flipH="1">
              <a:off x="1202040" y="43131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9" name="Google Shape;1509;p31"/>
            <p:cNvSpPr/>
            <p:nvPr/>
          </p:nvSpPr>
          <p:spPr>
            <a:xfrm flipH="1">
              <a:off x="1225080" y="43380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510" name="Google Shape;1510;p31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511" name="Google Shape;1511;p31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1512" name="Google Shape;1512;p31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1513" name="Google Shape;1513;p31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4" name="Google Shape;1514;p31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5" name="Google Shape;1515;p31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6" name="Google Shape;1516;p31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7" name="Google Shape;1517;p31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8" name="Google Shape;1518;p31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9" name="Google Shape;1519;p31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0" name="Google Shape;1520;p31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1" name="Google Shape;1521;p31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2" name="Google Shape;1522;p31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523" name="Google Shape;1523;p31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1524" name="Google Shape;1524;p31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5" name="Google Shape;1525;p31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6" name="Google Shape;1526;p31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7" name="Google Shape;1527;p31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8" name="Google Shape;1528;p31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9" name="Google Shape;1529;p31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0" name="Google Shape;1530;p31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1" name="Google Shape;1531;p31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2" name="Google Shape;1532;p31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3" name="Google Shape;1533;p31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534" name="Google Shape;1534;p31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535" name="Google Shape;1535;p31"/>
          <p:cNvGrpSpPr/>
          <p:nvPr/>
        </p:nvGrpSpPr>
        <p:grpSpPr>
          <a:xfrm>
            <a:off x="7935840" y="-377820"/>
            <a:ext cx="296100" cy="1822500"/>
            <a:chOff x="7935840" y="-377820"/>
            <a:chExt cx="296100" cy="1822500"/>
          </a:xfrm>
        </p:grpSpPr>
        <p:sp>
          <p:nvSpPr>
            <p:cNvPr id="1536" name="Google Shape;1536;p31"/>
            <p:cNvSpPr/>
            <p:nvPr/>
          </p:nvSpPr>
          <p:spPr>
            <a:xfrm rot="-5400000">
              <a:off x="7295040" y="4089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7" name="Google Shape;1537;p31"/>
            <p:cNvSpPr/>
            <p:nvPr/>
          </p:nvSpPr>
          <p:spPr>
            <a:xfrm rot="-5400000">
              <a:off x="7935840" y="7570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8" name="Google Shape;1538;p31"/>
            <p:cNvSpPr/>
            <p:nvPr/>
          </p:nvSpPr>
          <p:spPr>
            <a:xfrm rot="-5400000">
              <a:off x="7960320" y="78120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9" name="Google Shape;1539;p31"/>
            <p:cNvSpPr/>
            <p:nvPr/>
          </p:nvSpPr>
          <p:spPr>
            <a:xfrm rot="-5400000">
              <a:off x="8035560" y="1353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0" name="Google Shape;1540;p31"/>
            <p:cNvSpPr/>
            <p:nvPr/>
          </p:nvSpPr>
          <p:spPr>
            <a:xfrm rot="-5400000">
              <a:off x="8060040" y="1377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1" name="Google Shape;1541;p31"/>
            <p:cNvSpPr/>
            <p:nvPr/>
          </p:nvSpPr>
          <p:spPr>
            <a:xfrm rot="-5400000">
              <a:off x="7502400" y="10188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42" name="Google Shape;1542;p31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1543" name="Google Shape;1543;p31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1544" name="Google Shape;1544;p31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45" name="Google Shape;1545;p31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46" name="Google Shape;1546;p31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47" name="Google Shape;1547;p31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48" name="Google Shape;1548;p31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49" name="Google Shape;1549;p31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0" name="Google Shape;1550;p31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1" name="Google Shape;1551;p31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2" name="Google Shape;1552;p31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3" name="Google Shape;1553;p31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554" name="Google Shape;1554;p31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1555" name="Google Shape;1555;p31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6" name="Google Shape;1556;p31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7" name="Google Shape;1557;p31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3" name="Google Shape;1563;p31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4" name="Google Shape;1564;p31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565" name="Google Shape;1565;p31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1566" name="Google Shape;1566;p31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7" name="Google Shape;1567;p31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8" name="Google Shape;1568;p31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9" name="Google Shape;1569;p31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0" name="Google Shape;1570;p31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1" name="Google Shape;1571;p31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2" name="Google Shape;1572;p31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3" name="Google Shape;1573;p31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4" name="Google Shape;1574;p31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5" name="Google Shape;1575;p31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6" name="Google Shape;1576;p31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7" name="Google Shape;1577;p31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8" name="Google Shape;1578;p31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9" name="Google Shape;1579;p31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580" name="Google Shape;1580;p3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3">
  <p:cSld name="BLANK_13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2" name="Google Shape;1582;p3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583" name="Google Shape;1583;p32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4" name="Google Shape;1584;p32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5" name="Google Shape;1585;p32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6" name="Google Shape;1586;p32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7" name="Google Shape;1587;p32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8" name="Google Shape;1588;p32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9" name="Google Shape;1589;p32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0" name="Google Shape;1590;p32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1" name="Google Shape;1591;p32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2" name="Google Shape;1592;p32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3" name="Google Shape;1593;p32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4" name="Google Shape;1594;p32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5" name="Google Shape;1595;p32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6" name="Google Shape;1596;p32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7" name="Google Shape;1597;p32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8" name="Google Shape;1598;p32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9" name="Google Shape;1599;p32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0" name="Google Shape;1600;p32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1" name="Google Shape;1601;p32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2" name="Google Shape;1602;p32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3" name="Google Shape;1603;p32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4" name="Google Shape;1604;p32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5" name="Google Shape;1605;p32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6" name="Google Shape;1606;p32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7" name="Google Shape;1607;p32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8" name="Google Shape;1608;p32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9" name="Google Shape;1609;p32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0" name="Google Shape;1610;p32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1" name="Google Shape;1611;p32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2" name="Google Shape;1612;p32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3" name="Google Shape;1613;p32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4" name="Google Shape;1614;p32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5" name="Google Shape;1615;p32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6" name="Google Shape;1616;p32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7" name="Google Shape;1617;p32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8" name="Google Shape;1618;p32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9" name="Google Shape;1619;p32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0" name="Google Shape;1620;p32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21" name="Google Shape;1621;p32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622" name="Google Shape;1622;p32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3" name="Google Shape;1623;p32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4" name="Google Shape;1624;p32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5" name="Google Shape;1625;p32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6" name="Google Shape;1626;p32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27" name="Google Shape;1627;p32"/>
          <p:cNvGrpSpPr/>
          <p:nvPr/>
        </p:nvGrpSpPr>
        <p:grpSpPr>
          <a:xfrm>
            <a:off x="-839880" y="2843640"/>
            <a:ext cx="1822680" cy="196200"/>
            <a:chOff x="-839880" y="2843640"/>
            <a:chExt cx="1822680" cy="196200"/>
          </a:xfrm>
        </p:grpSpPr>
        <p:sp>
          <p:nvSpPr>
            <p:cNvPr id="1628" name="Google Shape;1628;p32"/>
            <p:cNvSpPr/>
            <p:nvPr/>
          </p:nvSpPr>
          <p:spPr>
            <a:xfrm flipH="1">
              <a:off x="-839880" y="28897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9" name="Google Shape;1629;p32"/>
            <p:cNvSpPr/>
            <p:nvPr/>
          </p:nvSpPr>
          <p:spPr>
            <a:xfrm flipH="1">
              <a:off x="891360" y="2843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0" name="Google Shape;1630;p32"/>
            <p:cNvSpPr/>
            <p:nvPr/>
          </p:nvSpPr>
          <p:spPr>
            <a:xfrm flipH="1">
              <a:off x="914400" y="28681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631" name="Google Shape;1631;p32"/>
          <p:cNvSpPr/>
          <p:nvPr/>
        </p:nvSpPr>
        <p:spPr>
          <a:xfrm rot="5400000">
            <a:off x="8206560" y="38592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32" name="Google Shape;1632;p32"/>
          <p:cNvSpPr/>
          <p:nvPr/>
        </p:nvSpPr>
        <p:spPr>
          <a:xfrm>
            <a:off x="820620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633" name="Google Shape;1633;p32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1634" name="Google Shape;1634;p32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1635" name="Google Shape;1635;p32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37" name="Google Shape;1637;p32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38" name="Google Shape;1638;p32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2" name="Google Shape;1642;p32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3" name="Google Shape;1643;p32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4" name="Google Shape;1644;p32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645" name="Google Shape;1645;p32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1646" name="Google Shape;1646;p32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0" name="Google Shape;1650;p32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1" name="Google Shape;1651;p32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5" name="Google Shape;1655;p32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656" name="Google Shape;1656;p32"/>
          <p:cNvGrpSpPr/>
          <p:nvPr/>
        </p:nvGrpSpPr>
        <p:grpSpPr>
          <a:xfrm>
            <a:off x="4834440" y="-108000"/>
            <a:ext cx="1520640" cy="301680"/>
            <a:chOff x="4834440" y="-108000"/>
            <a:chExt cx="1520640" cy="301680"/>
          </a:xfrm>
        </p:grpSpPr>
        <p:sp>
          <p:nvSpPr>
            <p:cNvPr id="1657" name="Google Shape;1657;p32"/>
            <p:cNvSpPr/>
            <p:nvPr/>
          </p:nvSpPr>
          <p:spPr>
            <a:xfrm flipH="1">
              <a:off x="492588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8" name="Google Shape;1658;p32"/>
            <p:cNvSpPr/>
            <p:nvPr/>
          </p:nvSpPr>
          <p:spPr>
            <a:xfrm flipH="1">
              <a:off x="483444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9" name="Google Shape;1659;p32"/>
            <p:cNvSpPr/>
            <p:nvPr/>
          </p:nvSpPr>
          <p:spPr>
            <a:xfrm flipH="1">
              <a:off x="485856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0" name="Google Shape;1660;p32"/>
            <p:cNvSpPr/>
            <p:nvPr/>
          </p:nvSpPr>
          <p:spPr>
            <a:xfrm flipH="1">
              <a:off x="626364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1" name="Google Shape;1661;p32"/>
            <p:cNvSpPr/>
            <p:nvPr/>
          </p:nvSpPr>
          <p:spPr>
            <a:xfrm flipH="1">
              <a:off x="628776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62" name="Google Shape;1662;p32"/>
          <p:cNvGrpSpPr/>
          <p:nvPr/>
        </p:nvGrpSpPr>
        <p:grpSpPr>
          <a:xfrm>
            <a:off x="636120" y="-1455120"/>
            <a:ext cx="347040" cy="2297160"/>
            <a:chOff x="636120" y="-1455120"/>
            <a:chExt cx="347040" cy="2297160"/>
          </a:xfrm>
        </p:grpSpPr>
        <p:sp>
          <p:nvSpPr>
            <p:cNvPr id="1663" name="Google Shape;1663;p32"/>
            <p:cNvSpPr/>
            <p:nvPr/>
          </p:nvSpPr>
          <p:spPr>
            <a:xfrm rot="5400000">
              <a:off x="-327240" y="-4917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4" name="Google Shape;1664;p32"/>
            <p:cNvSpPr/>
            <p:nvPr/>
          </p:nvSpPr>
          <p:spPr>
            <a:xfrm rot="5400000">
              <a:off x="-47880" y="-18900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665" name="Google Shape;1665;p32"/>
          <p:cNvSpPr/>
          <p:nvPr/>
        </p:nvSpPr>
        <p:spPr>
          <a:xfrm rot="-5400000">
            <a:off x="348840" y="42080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666" name="Google Shape;1666;p32"/>
          <p:cNvGrpSpPr/>
          <p:nvPr/>
        </p:nvGrpSpPr>
        <p:grpSpPr>
          <a:xfrm>
            <a:off x="333720" y="4164840"/>
            <a:ext cx="301680" cy="1520280"/>
            <a:chOff x="333720" y="4164840"/>
            <a:chExt cx="301680" cy="1520280"/>
          </a:xfrm>
        </p:grpSpPr>
        <p:sp>
          <p:nvSpPr>
            <p:cNvPr id="1667" name="Google Shape;1667;p32"/>
            <p:cNvSpPr/>
            <p:nvPr/>
          </p:nvSpPr>
          <p:spPr>
            <a:xfrm>
              <a:off x="380160" y="425664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8" name="Google Shape;1668;p32"/>
            <p:cNvSpPr/>
            <p:nvPr/>
          </p:nvSpPr>
          <p:spPr>
            <a:xfrm>
              <a:off x="543960" y="4164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9" name="Google Shape;1669;p32"/>
            <p:cNvSpPr/>
            <p:nvPr/>
          </p:nvSpPr>
          <p:spPr>
            <a:xfrm>
              <a:off x="567720" y="41886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0" name="Google Shape;1670;p32"/>
            <p:cNvSpPr/>
            <p:nvPr/>
          </p:nvSpPr>
          <p:spPr>
            <a:xfrm>
              <a:off x="333720" y="5593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1" name="Google Shape;1671;p32"/>
            <p:cNvSpPr/>
            <p:nvPr/>
          </p:nvSpPr>
          <p:spPr>
            <a:xfrm>
              <a:off x="358560" y="56185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72" name="Google Shape;1672;p32"/>
          <p:cNvGrpSpPr/>
          <p:nvPr/>
        </p:nvGrpSpPr>
        <p:grpSpPr>
          <a:xfrm>
            <a:off x="8490240" y="2144520"/>
            <a:ext cx="882720" cy="241560"/>
            <a:chOff x="8490240" y="2144520"/>
            <a:chExt cx="882720" cy="241560"/>
          </a:xfrm>
        </p:grpSpPr>
        <p:sp>
          <p:nvSpPr>
            <p:cNvPr id="1673" name="Google Shape;1673;p32"/>
            <p:cNvSpPr/>
            <p:nvPr/>
          </p:nvSpPr>
          <p:spPr>
            <a:xfrm>
              <a:off x="8490240" y="21445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4" name="Google Shape;1674;p32"/>
            <p:cNvSpPr/>
            <p:nvPr/>
          </p:nvSpPr>
          <p:spPr>
            <a:xfrm>
              <a:off x="8637480" y="21445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5" name="Google Shape;1675;p32"/>
            <p:cNvSpPr/>
            <p:nvPr/>
          </p:nvSpPr>
          <p:spPr>
            <a:xfrm>
              <a:off x="8783640" y="21445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6" name="Google Shape;1676;p32"/>
            <p:cNvSpPr/>
            <p:nvPr/>
          </p:nvSpPr>
          <p:spPr>
            <a:xfrm>
              <a:off x="8929800" y="21445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7" name="Google Shape;1677;p32"/>
            <p:cNvSpPr/>
            <p:nvPr/>
          </p:nvSpPr>
          <p:spPr>
            <a:xfrm>
              <a:off x="9076320" y="21445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8" name="Google Shape;1678;p32"/>
            <p:cNvSpPr/>
            <p:nvPr/>
          </p:nvSpPr>
          <p:spPr>
            <a:xfrm>
              <a:off x="9222480" y="21445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2">
  <p:cSld name="BLANK_12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0" name="Google Shape;1680;p3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681" name="Google Shape;1681;p33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2" name="Google Shape;1682;p33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3" name="Google Shape;1683;p33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4" name="Google Shape;1684;p33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5" name="Google Shape;1685;p33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6" name="Google Shape;1686;p33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7" name="Google Shape;1687;p33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8" name="Google Shape;1688;p33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9" name="Google Shape;1689;p33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0" name="Google Shape;1690;p33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1" name="Google Shape;1691;p33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2" name="Google Shape;1692;p33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3" name="Google Shape;1693;p33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4" name="Google Shape;1694;p33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9" name="Google Shape;1699;p33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0" name="Google Shape;1700;p33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1" name="Google Shape;1701;p33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2" name="Google Shape;1702;p33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19" name="Google Shape;1719;p33"/>
          <p:cNvGrpSpPr/>
          <p:nvPr/>
        </p:nvGrpSpPr>
        <p:grpSpPr>
          <a:xfrm>
            <a:off x="-141480" y="1009800"/>
            <a:ext cx="552600" cy="98640"/>
            <a:chOff x="-141480" y="1009800"/>
            <a:chExt cx="552600" cy="98640"/>
          </a:xfrm>
        </p:grpSpPr>
        <p:sp>
          <p:nvSpPr>
            <p:cNvPr id="1720" name="Google Shape;1720;p33"/>
            <p:cNvSpPr/>
            <p:nvPr/>
          </p:nvSpPr>
          <p:spPr>
            <a:xfrm rot="5400000">
              <a:off x="312480" y="100980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1" name="Google Shape;1721;p33"/>
            <p:cNvSpPr/>
            <p:nvPr/>
          </p:nvSpPr>
          <p:spPr>
            <a:xfrm rot="5400000">
              <a:off x="339120" y="103680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2" name="Google Shape;1722;p33"/>
            <p:cNvSpPr/>
            <p:nvPr/>
          </p:nvSpPr>
          <p:spPr>
            <a:xfrm rot="5400000">
              <a:off x="-141480" y="10130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3" name="Google Shape;1723;p33"/>
            <p:cNvSpPr/>
            <p:nvPr/>
          </p:nvSpPr>
          <p:spPr>
            <a:xfrm rot="5400000">
              <a:off x="-117720" y="10368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4" name="Google Shape;1724;p33"/>
            <p:cNvSpPr/>
            <p:nvPr/>
          </p:nvSpPr>
          <p:spPr>
            <a:xfrm rot="5400000">
              <a:off x="134640" y="87408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25" name="Google Shape;1725;p33"/>
          <p:cNvGrpSpPr/>
          <p:nvPr/>
        </p:nvGrpSpPr>
        <p:grpSpPr>
          <a:xfrm>
            <a:off x="-1414440" y="1991880"/>
            <a:ext cx="2297520" cy="347040"/>
            <a:chOff x="-1414440" y="1991880"/>
            <a:chExt cx="2297520" cy="347040"/>
          </a:xfrm>
        </p:grpSpPr>
        <p:sp>
          <p:nvSpPr>
            <p:cNvPr id="1726" name="Google Shape;1726;p33"/>
            <p:cNvSpPr/>
            <p:nvPr/>
          </p:nvSpPr>
          <p:spPr>
            <a:xfrm>
              <a:off x="-1414440" y="227124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-1111320" y="199188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28" name="Google Shape;1728;p33"/>
          <p:cNvGrpSpPr/>
          <p:nvPr/>
        </p:nvGrpSpPr>
        <p:grpSpPr>
          <a:xfrm>
            <a:off x="-799200" y="3300840"/>
            <a:ext cx="1822320" cy="196560"/>
            <a:chOff x="-799200" y="3300840"/>
            <a:chExt cx="1822320" cy="196560"/>
          </a:xfrm>
        </p:grpSpPr>
        <p:sp>
          <p:nvSpPr>
            <p:cNvPr id="1729" name="Google Shape;1729;p33"/>
            <p:cNvSpPr/>
            <p:nvPr/>
          </p:nvSpPr>
          <p:spPr>
            <a:xfrm flipH="1">
              <a:off x="-799200" y="33472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0" name="Google Shape;1730;p33"/>
            <p:cNvSpPr/>
            <p:nvPr/>
          </p:nvSpPr>
          <p:spPr>
            <a:xfrm flipH="1">
              <a:off x="931680" y="3300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1" name="Google Shape;1731;p33"/>
            <p:cNvSpPr/>
            <p:nvPr/>
          </p:nvSpPr>
          <p:spPr>
            <a:xfrm flipH="1">
              <a:off x="955080" y="33256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732" name="Google Shape;1732;p33"/>
          <p:cNvSpPr/>
          <p:nvPr/>
        </p:nvSpPr>
        <p:spPr>
          <a:xfrm rot="5400000">
            <a:off x="8205120" y="-34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33" name="Google Shape;1733;p33"/>
          <p:cNvSpPr/>
          <p:nvPr/>
        </p:nvSpPr>
        <p:spPr>
          <a:xfrm rot="10800000">
            <a:off x="7737120" y="43930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734" name="Google Shape;1734;p33"/>
          <p:cNvGrpSpPr/>
          <p:nvPr/>
        </p:nvGrpSpPr>
        <p:grpSpPr>
          <a:xfrm>
            <a:off x="8609580" y="2354220"/>
            <a:ext cx="241560" cy="882720"/>
            <a:chOff x="8609580" y="2354220"/>
            <a:chExt cx="241560" cy="882720"/>
          </a:xfrm>
        </p:grpSpPr>
        <p:sp>
          <p:nvSpPr>
            <p:cNvPr id="1735" name="Google Shape;1735;p33"/>
            <p:cNvSpPr/>
            <p:nvPr/>
          </p:nvSpPr>
          <p:spPr>
            <a:xfrm rot="5400000">
              <a:off x="8654400" y="230940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6" name="Google Shape;1736;p33"/>
            <p:cNvSpPr/>
            <p:nvPr/>
          </p:nvSpPr>
          <p:spPr>
            <a:xfrm rot="5400000">
              <a:off x="8655120" y="24559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7" name="Google Shape;1737;p33"/>
            <p:cNvSpPr/>
            <p:nvPr/>
          </p:nvSpPr>
          <p:spPr>
            <a:xfrm rot="5400000">
              <a:off x="8655120" y="260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8" name="Google Shape;1738;p33"/>
            <p:cNvSpPr/>
            <p:nvPr/>
          </p:nvSpPr>
          <p:spPr>
            <a:xfrm rot="5400000">
              <a:off x="8655120" y="2748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9" name="Google Shape;1739;p33"/>
            <p:cNvSpPr/>
            <p:nvPr/>
          </p:nvSpPr>
          <p:spPr>
            <a:xfrm rot="5400000">
              <a:off x="8655120" y="2894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0" name="Google Shape;1740;p33"/>
            <p:cNvSpPr/>
            <p:nvPr/>
          </p:nvSpPr>
          <p:spPr>
            <a:xfrm rot="5400000">
              <a:off x="8655120" y="30409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41" name="Google Shape;1741;p33"/>
          <p:cNvGrpSpPr/>
          <p:nvPr/>
        </p:nvGrpSpPr>
        <p:grpSpPr>
          <a:xfrm>
            <a:off x="8533080" y="-288360"/>
            <a:ext cx="301680" cy="1520280"/>
            <a:chOff x="8533080" y="-288360"/>
            <a:chExt cx="301680" cy="1520280"/>
          </a:xfrm>
        </p:grpSpPr>
        <p:sp>
          <p:nvSpPr>
            <p:cNvPr id="1742" name="Google Shape;1742;p33"/>
            <p:cNvSpPr/>
            <p:nvPr/>
          </p:nvSpPr>
          <p:spPr>
            <a:xfrm>
              <a:off x="8579520" y="-19656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8743320" y="-2883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8767080" y="-2646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8533080" y="11404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8557920" y="11653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47" name="Google Shape;1747;p33"/>
          <p:cNvGrpSpPr/>
          <p:nvPr/>
        </p:nvGrpSpPr>
        <p:grpSpPr>
          <a:xfrm>
            <a:off x="1176840" y="-108000"/>
            <a:ext cx="1520640" cy="301680"/>
            <a:chOff x="1176840" y="-108000"/>
            <a:chExt cx="1520640" cy="301680"/>
          </a:xfrm>
        </p:grpSpPr>
        <p:sp>
          <p:nvSpPr>
            <p:cNvPr id="1748" name="Google Shape;1748;p33"/>
            <p:cNvSpPr/>
            <p:nvPr/>
          </p:nvSpPr>
          <p:spPr>
            <a:xfrm>
              <a:off x="127044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260604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262980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117684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120096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53" name="Google Shape;1753;p33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1754" name="Google Shape;1754;p33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5" name="Google Shape;1755;p33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56" name="Google Shape;1756;p33"/>
          <p:cNvGrpSpPr/>
          <p:nvPr/>
        </p:nvGrpSpPr>
        <p:grpSpPr>
          <a:xfrm>
            <a:off x="-222840" y="4311000"/>
            <a:ext cx="1506960" cy="586440"/>
            <a:chOff x="-222840" y="4311000"/>
            <a:chExt cx="1506960" cy="586440"/>
          </a:xfrm>
        </p:grpSpPr>
        <p:sp>
          <p:nvSpPr>
            <p:cNvPr id="1757" name="Google Shape;1757;p33"/>
            <p:cNvSpPr/>
            <p:nvPr/>
          </p:nvSpPr>
          <p:spPr>
            <a:xfrm rot="-5400000">
              <a:off x="348840" y="396216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758" name="Google Shape;1758;p33"/>
            <p:cNvGrpSpPr/>
            <p:nvPr/>
          </p:nvGrpSpPr>
          <p:grpSpPr>
            <a:xfrm>
              <a:off x="-222840" y="4537080"/>
              <a:ext cx="1105920" cy="133560"/>
              <a:chOff x="-222840" y="4537080"/>
              <a:chExt cx="1105920" cy="133560"/>
            </a:xfrm>
          </p:grpSpPr>
          <p:grpSp>
            <p:nvGrpSpPr>
              <p:cNvPr id="1759" name="Google Shape;1759;p33"/>
              <p:cNvGrpSpPr/>
              <p:nvPr/>
            </p:nvGrpSpPr>
            <p:grpSpPr>
              <a:xfrm>
                <a:off x="-222840" y="4619880"/>
                <a:ext cx="883080" cy="50760"/>
                <a:chOff x="-222840" y="4619880"/>
                <a:chExt cx="883080" cy="50760"/>
              </a:xfrm>
            </p:grpSpPr>
            <p:sp>
              <p:nvSpPr>
                <p:cNvPr id="1760" name="Google Shape;1760;p33"/>
                <p:cNvSpPr/>
                <p:nvPr/>
              </p:nvSpPr>
              <p:spPr>
                <a:xfrm>
                  <a:off x="-2228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1" name="Google Shape;1761;p33"/>
                <p:cNvSpPr/>
                <p:nvPr/>
              </p:nvSpPr>
              <p:spPr>
                <a:xfrm>
                  <a:off x="-1303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2" name="Google Shape;1762;p33"/>
                <p:cNvSpPr/>
                <p:nvPr/>
              </p:nvSpPr>
              <p:spPr>
                <a:xfrm>
                  <a:off x="-3780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3" name="Google Shape;1763;p33"/>
                <p:cNvSpPr/>
                <p:nvPr/>
              </p:nvSpPr>
              <p:spPr>
                <a:xfrm>
                  <a:off x="547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4" name="Google Shape;1764;p33"/>
                <p:cNvSpPr/>
                <p:nvPr/>
              </p:nvSpPr>
              <p:spPr>
                <a:xfrm>
                  <a:off x="1472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5" name="Google Shape;1765;p33"/>
                <p:cNvSpPr/>
                <p:nvPr/>
              </p:nvSpPr>
              <p:spPr>
                <a:xfrm>
                  <a:off x="23976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6" name="Google Shape;1766;p33"/>
                <p:cNvSpPr/>
                <p:nvPr/>
              </p:nvSpPr>
              <p:spPr>
                <a:xfrm>
                  <a:off x="3319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7" name="Google Shape;1767;p33"/>
                <p:cNvSpPr/>
                <p:nvPr/>
              </p:nvSpPr>
              <p:spPr>
                <a:xfrm>
                  <a:off x="4244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8" name="Google Shape;1768;p33"/>
                <p:cNvSpPr/>
                <p:nvPr/>
              </p:nvSpPr>
              <p:spPr>
                <a:xfrm>
                  <a:off x="51696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69" name="Google Shape;1769;p33"/>
                <p:cNvSpPr/>
                <p:nvPr/>
              </p:nvSpPr>
              <p:spPr>
                <a:xfrm>
                  <a:off x="60948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1770" name="Google Shape;1770;p33"/>
              <p:cNvGrpSpPr/>
              <p:nvPr/>
            </p:nvGrpSpPr>
            <p:grpSpPr>
              <a:xfrm>
                <a:off x="0" y="4537080"/>
                <a:ext cx="883080" cy="50760"/>
                <a:chOff x="0" y="4537080"/>
                <a:chExt cx="883080" cy="50760"/>
              </a:xfrm>
            </p:grpSpPr>
            <p:sp>
              <p:nvSpPr>
                <p:cNvPr id="1771" name="Google Shape;1771;p33"/>
                <p:cNvSpPr/>
                <p:nvPr/>
              </p:nvSpPr>
              <p:spPr>
                <a:xfrm>
                  <a:off x="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2" name="Google Shape;1772;p33"/>
                <p:cNvSpPr/>
                <p:nvPr/>
              </p:nvSpPr>
              <p:spPr>
                <a:xfrm>
                  <a:off x="925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3" name="Google Shape;1773;p33"/>
                <p:cNvSpPr/>
                <p:nvPr/>
              </p:nvSpPr>
              <p:spPr>
                <a:xfrm>
                  <a:off x="18504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4" name="Google Shape;1774;p33"/>
                <p:cNvSpPr/>
                <p:nvPr/>
              </p:nvSpPr>
              <p:spPr>
                <a:xfrm>
                  <a:off x="27720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5" name="Google Shape;1775;p33"/>
                <p:cNvSpPr/>
                <p:nvPr/>
              </p:nvSpPr>
              <p:spPr>
                <a:xfrm>
                  <a:off x="3697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6" name="Google Shape;1776;p33"/>
                <p:cNvSpPr/>
                <p:nvPr/>
              </p:nvSpPr>
              <p:spPr>
                <a:xfrm>
                  <a:off x="46224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7" name="Google Shape;1777;p33"/>
                <p:cNvSpPr/>
                <p:nvPr/>
              </p:nvSpPr>
              <p:spPr>
                <a:xfrm>
                  <a:off x="55476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8" name="Google Shape;1778;p33"/>
                <p:cNvSpPr/>
                <p:nvPr/>
              </p:nvSpPr>
              <p:spPr>
                <a:xfrm>
                  <a:off x="64728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79" name="Google Shape;1779;p33"/>
                <p:cNvSpPr/>
                <p:nvPr/>
              </p:nvSpPr>
              <p:spPr>
                <a:xfrm>
                  <a:off x="73980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80" name="Google Shape;1780;p33"/>
                <p:cNvSpPr/>
                <p:nvPr/>
              </p:nvSpPr>
              <p:spPr>
                <a:xfrm>
                  <a:off x="8323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2_1">
  <p:cSld name="BLANK_12_1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2" name="Google Shape;1782;p3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783" name="Google Shape;1783;p34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1" name="Google Shape;1791;p34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2" name="Google Shape;1792;p34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3" name="Google Shape;1793;p34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6" name="Google Shape;1796;p34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7" name="Google Shape;1797;p34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8" name="Google Shape;1798;p34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9" name="Google Shape;1799;p34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0" name="Google Shape;1800;p34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1" name="Google Shape;1801;p34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2" name="Google Shape;1802;p34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3" name="Google Shape;1803;p34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4" name="Google Shape;1804;p34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5" name="Google Shape;1805;p34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6" name="Google Shape;1806;p34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7" name="Google Shape;1807;p34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8" name="Google Shape;1808;p34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9" name="Google Shape;1809;p34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0" name="Google Shape;1810;p34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1" name="Google Shape;1811;p34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2" name="Google Shape;1812;p34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3" name="Google Shape;1813;p34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4" name="Google Shape;1814;p34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5" name="Google Shape;1815;p34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6" name="Google Shape;1816;p34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7" name="Google Shape;1817;p34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8" name="Google Shape;1818;p34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9" name="Google Shape;1819;p34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0" name="Google Shape;1820;p34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2" name="Google Shape;1822;p35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823" name="Google Shape;1823;p35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861" name="Google Shape;1861;p35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62" name="Google Shape;1862;p35"/>
          <p:cNvSpPr txBox="1"/>
          <p:nvPr>
            <p:ph idx="2" type="title"/>
          </p:nvPr>
        </p:nvSpPr>
        <p:spPr>
          <a:xfrm>
            <a:off x="1540440" y="2903400"/>
            <a:ext cx="2621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63" name="Google Shape;1863;p35"/>
          <p:cNvSpPr txBox="1"/>
          <p:nvPr>
            <p:ph idx="3" type="title"/>
          </p:nvPr>
        </p:nvSpPr>
        <p:spPr>
          <a:xfrm>
            <a:off x="4987080" y="2903400"/>
            <a:ext cx="2621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864" name="Google Shape;1864;p35"/>
          <p:cNvGrpSpPr/>
          <p:nvPr/>
        </p:nvGrpSpPr>
        <p:grpSpPr>
          <a:xfrm>
            <a:off x="1062720" y="4807440"/>
            <a:ext cx="1547640" cy="67680"/>
            <a:chOff x="1062720" y="4807440"/>
            <a:chExt cx="1547640" cy="67680"/>
          </a:xfrm>
        </p:grpSpPr>
        <p:sp>
          <p:nvSpPr>
            <p:cNvPr id="1865" name="Google Shape;1865;p35"/>
            <p:cNvSpPr/>
            <p:nvPr/>
          </p:nvSpPr>
          <p:spPr>
            <a:xfrm>
              <a:off x="106272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11862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13096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14328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15562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16794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18028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19260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20494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17296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2960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41956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25426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78" name="Google Shape;1878;p35"/>
          <p:cNvGrpSpPr/>
          <p:nvPr/>
        </p:nvGrpSpPr>
        <p:grpSpPr>
          <a:xfrm>
            <a:off x="232380" y="-600300"/>
            <a:ext cx="295740" cy="1822860"/>
            <a:chOff x="232380" y="-600300"/>
            <a:chExt cx="295740" cy="1822860"/>
          </a:xfrm>
        </p:grpSpPr>
        <p:sp>
          <p:nvSpPr>
            <p:cNvPr id="1879" name="Google Shape;1879;p35"/>
            <p:cNvSpPr/>
            <p:nvPr/>
          </p:nvSpPr>
          <p:spPr>
            <a:xfrm flipH="1" rot="5400000">
              <a:off x="-554400" y="18684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0" name="Google Shape;1880;p35"/>
            <p:cNvSpPr/>
            <p:nvPr/>
          </p:nvSpPr>
          <p:spPr>
            <a:xfrm flipH="1" rot="5400000">
              <a:off x="436680" y="5349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1" name="Google Shape;1881;p35"/>
            <p:cNvSpPr/>
            <p:nvPr/>
          </p:nvSpPr>
          <p:spPr>
            <a:xfrm flipH="1" rot="5400000">
              <a:off x="461160" y="55836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2" name="Google Shape;1882;p35"/>
            <p:cNvSpPr/>
            <p:nvPr/>
          </p:nvSpPr>
          <p:spPr>
            <a:xfrm flipH="1" rot="5400000">
              <a:off x="336960" y="11311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3" name="Google Shape;1883;p35"/>
            <p:cNvSpPr/>
            <p:nvPr/>
          </p:nvSpPr>
          <p:spPr>
            <a:xfrm flipH="1" rot="5400000">
              <a:off x="361440" y="11548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4" name="Google Shape;1884;p35"/>
            <p:cNvSpPr/>
            <p:nvPr/>
          </p:nvSpPr>
          <p:spPr>
            <a:xfrm flipH="1" rot="5400000">
              <a:off x="-172800" y="-12060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85" name="Google Shape;1885;p35"/>
          <p:cNvGrpSpPr/>
          <p:nvPr/>
        </p:nvGrpSpPr>
        <p:grpSpPr>
          <a:xfrm>
            <a:off x="4664520" y="4961160"/>
            <a:ext cx="1520280" cy="301680"/>
            <a:chOff x="4664520" y="4961160"/>
            <a:chExt cx="1520280" cy="301680"/>
          </a:xfrm>
        </p:grpSpPr>
        <p:sp>
          <p:nvSpPr>
            <p:cNvPr id="1886" name="Google Shape;1886;p35"/>
            <p:cNvSpPr/>
            <p:nvPr/>
          </p:nvSpPr>
          <p:spPr>
            <a:xfrm>
              <a:off x="4757760" y="50076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7" name="Google Shape;1887;p35"/>
            <p:cNvSpPr/>
            <p:nvPr/>
          </p:nvSpPr>
          <p:spPr>
            <a:xfrm>
              <a:off x="6093360" y="51714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8" name="Google Shape;1888;p35"/>
            <p:cNvSpPr/>
            <p:nvPr/>
          </p:nvSpPr>
          <p:spPr>
            <a:xfrm>
              <a:off x="6117480" y="51958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9" name="Google Shape;1889;p35"/>
            <p:cNvSpPr/>
            <p:nvPr/>
          </p:nvSpPr>
          <p:spPr>
            <a:xfrm>
              <a:off x="4664520" y="49611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0" name="Google Shape;1890;p35"/>
            <p:cNvSpPr/>
            <p:nvPr/>
          </p:nvSpPr>
          <p:spPr>
            <a:xfrm>
              <a:off x="4688280" y="49860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91" name="Google Shape;1891;p35"/>
          <p:cNvGrpSpPr/>
          <p:nvPr/>
        </p:nvGrpSpPr>
        <p:grpSpPr>
          <a:xfrm>
            <a:off x="1558080" y="-108000"/>
            <a:ext cx="1520280" cy="301680"/>
            <a:chOff x="1558080" y="-108000"/>
            <a:chExt cx="1520280" cy="301680"/>
          </a:xfrm>
        </p:grpSpPr>
        <p:sp>
          <p:nvSpPr>
            <p:cNvPr id="1892" name="Google Shape;1892;p35"/>
            <p:cNvSpPr/>
            <p:nvPr/>
          </p:nvSpPr>
          <p:spPr>
            <a:xfrm>
              <a:off x="165132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3" name="Google Shape;1893;p35"/>
            <p:cNvSpPr/>
            <p:nvPr/>
          </p:nvSpPr>
          <p:spPr>
            <a:xfrm>
              <a:off x="298692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4" name="Google Shape;1894;p35"/>
            <p:cNvSpPr/>
            <p:nvPr/>
          </p:nvSpPr>
          <p:spPr>
            <a:xfrm>
              <a:off x="301104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5" name="Google Shape;1895;p35"/>
            <p:cNvSpPr/>
            <p:nvPr/>
          </p:nvSpPr>
          <p:spPr>
            <a:xfrm>
              <a:off x="155808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6" name="Google Shape;1896;p35"/>
            <p:cNvSpPr/>
            <p:nvPr/>
          </p:nvSpPr>
          <p:spPr>
            <a:xfrm>
              <a:off x="158184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97" name="Google Shape;1897;p35"/>
          <p:cNvGrpSpPr/>
          <p:nvPr/>
        </p:nvGrpSpPr>
        <p:grpSpPr>
          <a:xfrm>
            <a:off x="7855560" y="297360"/>
            <a:ext cx="883080" cy="241560"/>
            <a:chOff x="7855560" y="297360"/>
            <a:chExt cx="883080" cy="241560"/>
          </a:xfrm>
        </p:grpSpPr>
        <p:sp>
          <p:nvSpPr>
            <p:cNvPr id="1898" name="Google Shape;1898;p35"/>
            <p:cNvSpPr/>
            <p:nvPr/>
          </p:nvSpPr>
          <p:spPr>
            <a:xfrm>
              <a:off x="7855560" y="2973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9" name="Google Shape;1899;p35"/>
            <p:cNvSpPr/>
            <p:nvPr/>
          </p:nvSpPr>
          <p:spPr>
            <a:xfrm>
              <a:off x="8003160" y="2973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0" name="Google Shape;1900;p35"/>
            <p:cNvSpPr/>
            <p:nvPr/>
          </p:nvSpPr>
          <p:spPr>
            <a:xfrm>
              <a:off x="8149320" y="29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1" name="Google Shape;1901;p35"/>
            <p:cNvSpPr/>
            <p:nvPr/>
          </p:nvSpPr>
          <p:spPr>
            <a:xfrm>
              <a:off x="8295480" y="29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2" name="Google Shape;1902;p35"/>
            <p:cNvSpPr/>
            <p:nvPr/>
          </p:nvSpPr>
          <p:spPr>
            <a:xfrm>
              <a:off x="8441640" y="29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3" name="Google Shape;1903;p35"/>
            <p:cNvSpPr/>
            <p:nvPr/>
          </p:nvSpPr>
          <p:spPr>
            <a:xfrm>
              <a:off x="8588160" y="29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04" name="Google Shape;1904;p35"/>
          <p:cNvGrpSpPr/>
          <p:nvPr/>
        </p:nvGrpSpPr>
        <p:grpSpPr>
          <a:xfrm>
            <a:off x="-213480" y="2709720"/>
            <a:ext cx="882720" cy="241560"/>
            <a:chOff x="-213480" y="2709720"/>
            <a:chExt cx="882720" cy="241560"/>
          </a:xfrm>
        </p:grpSpPr>
        <p:sp>
          <p:nvSpPr>
            <p:cNvPr id="1905" name="Google Shape;1905;p35"/>
            <p:cNvSpPr/>
            <p:nvPr/>
          </p:nvSpPr>
          <p:spPr>
            <a:xfrm rot="10800000">
              <a:off x="517320" y="27097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6" name="Google Shape;1906;p35"/>
            <p:cNvSpPr/>
            <p:nvPr/>
          </p:nvSpPr>
          <p:spPr>
            <a:xfrm rot="10800000">
              <a:off x="371160" y="27097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7" name="Google Shape;1907;p35"/>
            <p:cNvSpPr/>
            <p:nvPr/>
          </p:nvSpPr>
          <p:spPr>
            <a:xfrm rot="10800000">
              <a:off x="225000" y="2709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8" name="Google Shape;1908;p35"/>
            <p:cNvSpPr/>
            <p:nvPr/>
          </p:nvSpPr>
          <p:spPr>
            <a:xfrm rot="10800000">
              <a:off x="78840" y="2709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9" name="Google Shape;1909;p35"/>
            <p:cNvSpPr/>
            <p:nvPr/>
          </p:nvSpPr>
          <p:spPr>
            <a:xfrm rot="10800000">
              <a:off x="-66960" y="2709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0" name="Google Shape;1910;p35"/>
            <p:cNvSpPr/>
            <p:nvPr/>
          </p:nvSpPr>
          <p:spPr>
            <a:xfrm rot="10800000">
              <a:off x="-213480" y="2709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911" name="Google Shape;1911;p35"/>
          <p:cNvSpPr/>
          <p:nvPr/>
        </p:nvSpPr>
        <p:spPr>
          <a:xfrm flipH="1" rot="5400000">
            <a:off x="8197560" y="410292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912" name="Google Shape;1912;p35"/>
          <p:cNvGrpSpPr/>
          <p:nvPr/>
        </p:nvGrpSpPr>
        <p:grpSpPr>
          <a:xfrm>
            <a:off x="8250480" y="4623120"/>
            <a:ext cx="882720" cy="241560"/>
            <a:chOff x="8250480" y="4623120"/>
            <a:chExt cx="882720" cy="241560"/>
          </a:xfrm>
        </p:grpSpPr>
        <p:sp>
          <p:nvSpPr>
            <p:cNvPr id="1913" name="Google Shape;1913;p35"/>
            <p:cNvSpPr/>
            <p:nvPr/>
          </p:nvSpPr>
          <p:spPr>
            <a:xfrm flipH="1" rot="10800000">
              <a:off x="8250480" y="46231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4" name="Google Shape;1914;p35"/>
            <p:cNvSpPr/>
            <p:nvPr/>
          </p:nvSpPr>
          <p:spPr>
            <a:xfrm flipH="1" rot="10800000">
              <a:off x="8397720" y="46231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5" name="Google Shape;1915;p35"/>
            <p:cNvSpPr/>
            <p:nvPr/>
          </p:nvSpPr>
          <p:spPr>
            <a:xfrm flipH="1" rot="10800000">
              <a:off x="8544240" y="4623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6" name="Google Shape;1916;p35"/>
            <p:cNvSpPr/>
            <p:nvPr/>
          </p:nvSpPr>
          <p:spPr>
            <a:xfrm flipH="1" rot="10800000">
              <a:off x="8690400" y="4623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7" name="Google Shape;1917;p35"/>
            <p:cNvSpPr/>
            <p:nvPr/>
          </p:nvSpPr>
          <p:spPr>
            <a:xfrm flipH="1" rot="10800000">
              <a:off x="8836560" y="4623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8" name="Google Shape;1918;p35"/>
            <p:cNvSpPr/>
            <p:nvPr/>
          </p:nvSpPr>
          <p:spPr>
            <a:xfrm flipH="1" rot="10800000">
              <a:off x="8982720" y="4623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0" name="Google Shape;1920;p3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921" name="Google Shape;1921;p36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2" name="Google Shape;1922;p36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3" name="Google Shape;1923;p36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4" name="Google Shape;1924;p36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5" name="Google Shape;1925;p36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6" name="Google Shape;1926;p36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7" name="Google Shape;1927;p36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8" name="Google Shape;1928;p36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9" name="Google Shape;1929;p36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0" name="Google Shape;1930;p36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1" name="Google Shape;1931;p36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2" name="Google Shape;1932;p36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3" name="Google Shape;1933;p36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4" name="Google Shape;1934;p36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5" name="Google Shape;1935;p36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6" name="Google Shape;1936;p36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7" name="Google Shape;1937;p36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8" name="Google Shape;1938;p36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9" name="Google Shape;1939;p36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0" name="Google Shape;1940;p36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1" name="Google Shape;1941;p36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2" name="Google Shape;1942;p36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3" name="Google Shape;1943;p36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4" name="Google Shape;1944;p36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5" name="Google Shape;1945;p36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6" name="Google Shape;1946;p36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7" name="Google Shape;1947;p36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8" name="Google Shape;1948;p36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9" name="Google Shape;1949;p36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0" name="Google Shape;1950;p36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1" name="Google Shape;1951;p36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2" name="Google Shape;1952;p36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3" name="Google Shape;1953;p36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4" name="Google Shape;1954;p36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5" name="Google Shape;1955;p36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6" name="Google Shape;1956;p36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7" name="Google Shape;1957;p36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8" name="Google Shape;1958;p36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959" name="Google Shape;1959;p36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60" name="Google Shape;1960;p36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961" name="Google Shape;1961;p36"/>
          <p:cNvGrpSpPr/>
          <p:nvPr/>
        </p:nvGrpSpPr>
        <p:grpSpPr>
          <a:xfrm>
            <a:off x="494280" y="4791960"/>
            <a:ext cx="1252800" cy="50760"/>
            <a:chOff x="494280" y="4791960"/>
            <a:chExt cx="1252800" cy="50760"/>
          </a:xfrm>
        </p:grpSpPr>
        <p:sp>
          <p:nvSpPr>
            <p:cNvPr id="1962" name="Google Shape;1962;p36"/>
            <p:cNvSpPr/>
            <p:nvPr/>
          </p:nvSpPr>
          <p:spPr>
            <a:xfrm>
              <a:off x="4942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3" name="Google Shape;1963;p36"/>
            <p:cNvSpPr/>
            <p:nvPr/>
          </p:nvSpPr>
          <p:spPr>
            <a:xfrm>
              <a:off x="5868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4" name="Google Shape;1964;p36"/>
            <p:cNvSpPr/>
            <p:nvPr/>
          </p:nvSpPr>
          <p:spPr>
            <a:xfrm>
              <a:off x="6793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5" name="Google Shape;1965;p36"/>
            <p:cNvSpPr/>
            <p:nvPr/>
          </p:nvSpPr>
          <p:spPr>
            <a:xfrm>
              <a:off x="77184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6" name="Google Shape;1966;p36"/>
            <p:cNvSpPr/>
            <p:nvPr/>
          </p:nvSpPr>
          <p:spPr>
            <a:xfrm>
              <a:off x="8640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7" name="Google Shape;1967;p36"/>
            <p:cNvSpPr/>
            <p:nvPr/>
          </p:nvSpPr>
          <p:spPr>
            <a:xfrm>
              <a:off x="9565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8" name="Google Shape;1968;p36"/>
            <p:cNvSpPr/>
            <p:nvPr/>
          </p:nvSpPr>
          <p:spPr>
            <a:xfrm>
              <a:off x="104904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9" name="Google Shape;1969;p36"/>
            <p:cNvSpPr/>
            <p:nvPr/>
          </p:nvSpPr>
          <p:spPr>
            <a:xfrm>
              <a:off x="114156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0" name="Google Shape;1970;p36"/>
            <p:cNvSpPr/>
            <p:nvPr/>
          </p:nvSpPr>
          <p:spPr>
            <a:xfrm>
              <a:off x="12340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1" name="Google Shape;1971;p36"/>
            <p:cNvSpPr/>
            <p:nvPr/>
          </p:nvSpPr>
          <p:spPr>
            <a:xfrm>
              <a:off x="13266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2" name="Google Shape;1972;p36"/>
            <p:cNvSpPr/>
            <p:nvPr/>
          </p:nvSpPr>
          <p:spPr>
            <a:xfrm>
              <a:off x="14191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3" name="Google Shape;1973;p36"/>
            <p:cNvSpPr/>
            <p:nvPr/>
          </p:nvSpPr>
          <p:spPr>
            <a:xfrm>
              <a:off x="15112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4" name="Google Shape;1974;p36"/>
            <p:cNvSpPr/>
            <p:nvPr/>
          </p:nvSpPr>
          <p:spPr>
            <a:xfrm>
              <a:off x="16038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5" name="Google Shape;1975;p36"/>
            <p:cNvSpPr/>
            <p:nvPr/>
          </p:nvSpPr>
          <p:spPr>
            <a:xfrm>
              <a:off x="16963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976" name="Google Shape;1976;p36"/>
          <p:cNvSpPr/>
          <p:nvPr/>
        </p:nvSpPr>
        <p:spPr>
          <a:xfrm rot="10800000">
            <a:off x="8557560" y="4011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977" name="Google Shape;1977;p36"/>
          <p:cNvGrpSpPr/>
          <p:nvPr/>
        </p:nvGrpSpPr>
        <p:grpSpPr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1978" name="Google Shape;1978;p36"/>
            <p:cNvSpPr/>
            <p:nvPr/>
          </p:nvSpPr>
          <p:spPr>
            <a:xfrm rot="5400000">
              <a:off x="8567640" y="417168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9" name="Google Shape;1979;p36"/>
            <p:cNvSpPr/>
            <p:nvPr/>
          </p:nvSpPr>
          <p:spPr>
            <a:xfrm rot="5400000">
              <a:off x="9340200" y="4898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0" name="Google Shape;1980;p36"/>
            <p:cNvSpPr/>
            <p:nvPr/>
          </p:nvSpPr>
          <p:spPr>
            <a:xfrm rot="5400000">
              <a:off x="9365040" y="49226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1" name="Google Shape;1981;p36"/>
            <p:cNvSpPr/>
            <p:nvPr/>
          </p:nvSpPr>
          <p:spPr>
            <a:xfrm rot="5400000">
              <a:off x="7911360" y="4688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2" name="Google Shape;1982;p36"/>
            <p:cNvSpPr/>
            <p:nvPr/>
          </p:nvSpPr>
          <p:spPr>
            <a:xfrm rot="5400000">
              <a:off x="7935480" y="47134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83" name="Google Shape;1983;p36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984" name="Google Shape;1984;p36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5" name="Google Shape;1985;p36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6" name="Google Shape;1986;p36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7" name="Google Shape;1987;p36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8" name="Google Shape;1988;p36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989" name="Google Shape;1989;p36"/>
          <p:cNvSpPr/>
          <p:nvPr/>
        </p:nvSpPr>
        <p:spPr>
          <a:xfrm>
            <a:off x="0" y="21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990" name="Google Shape;1990;p36"/>
          <p:cNvGrpSpPr/>
          <p:nvPr/>
        </p:nvGrpSpPr>
        <p:grpSpPr>
          <a:xfrm>
            <a:off x="172260" y="2700"/>
            <a:ext cx="241560" cy="882360"/>
            <a:chOff x="172260" y="2700"/>
            <a:chExt cx="241560" cy="882360"/>
          </a:xfrm>
        </p:grpSpPr>
        <p:sp>
          <p:nvSpPr>
            <p:cNvPr id="1991" name="Google Shape;1991;p36"/>
            <p:cNvSpPr/>
            <p:nvPr/>
          </p:nvSpPr>
          <p:spPr>
            <a:xfrm rot="-5400000">
              <a:off x="217080" y="6883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2" name="Google Shape;1992;p36"/>
            <p:cNvSpPr/>
            <p:nvPr/>
          </p:nvSpPr>
          <p:spPr>
            <a:xfrm rot="-5400000">
              <a:off x="217800" y="54180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3" name="Google Shape;1993;p36"/>
            <p:cNvSpPr/>
            <p:nvPr/>
          </p:nvSpPr>
          <p:spPr>
            <a:xfrm rot="-5400000">
              <a:off x="217800" y="395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4" name="Google Shape;1994;p36"/>
            <p:cNvSpPr/>
            <p:nvPr/>
          </p:nvSpPr>
          <p:spPr>
            <a:xfrm rot="-5400000">
              <a:off x="217800" y="249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5" name="Google Shape;1995;p36"/>
            <p:cNvSpPr/>
            <p:nvPr/>
          </p:nvSpPr>
          <p:spPr>
            <a:xfrm rot="-5400000">
              <a:off x="217800" y="1029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6" name="Google Shape;1996;p36"/>
            <p:cNvSpPr/>
            <p:nvPr/>
          </p:nvSpPr>
          <p:spPr>
            <a:xfrm rot="-5400000">
              <a:off x="217800" y="-428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97" name="Google Shape;1997;p36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998" name="Google Shape;1998;p36"/>
            <p:cNvSpPr/>
            <p:nvPr/>
          </p:nvSpPr>
          <p:spPr>
            <a:xfrm>
              <a:off x="180396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9" name="Google Shape;1999;p36"/>
            <p:cNvSpPr/>
            <p:nvPr/>
          </p:nvSpPr>
          <p:spPr>
            <a:xfrm>
              <a:off x="313956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0" name="Google Shape;2000;p36"/>
            <p:cNvSpPr/>
            <p:nvPr/>
          </p:nvSpPr>
          <p:spPr>
            <a:xfrm>
              <a:off x="316332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1" name="Google Shape;2001;p36"/>
            <p:cNvSpPr/>
            <p:nvPr/>
          </p:nvSpPr>
          <p:spPr>
            <a:xfrm>
              <a:off x="171036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2" name="Google Shape;2002;p36"/>
            <p:cNvSpPr/>
            <p:nvPr/>
          </p:nvSpPr>
          <p:spPr>
            <a:xfrm>
              <a:off x="173412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4" name="Google Shape;2004;p3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05" name="Google Shape;2005;p37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43" name="Google Shape;2043;p37"/>
          <p:cNvSpPr txBox="1"/>
          <p:nvPr>
            <p:ph type="title"/>
          </p:nvPr>
        </p:nvSpPr>
        <p:spPr>
          <a:xfrm>
            <a:off x="4433040" y="1945800"/>
            <a:ext cx="3997440" cy="572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44" name="Google Shape;2044;p37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45" name="Google Shape;2045;p37"/>
          <p:cNvSpPr/>
          <p:nvPr/>
        </p:nvSpPr>
        <p:spPr>
          <a:xfrm rot="-5400000">
            <a:off x="348840" y="-5472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46" name="Google Shape;2046;p37"/>
          <p:cNvGrpSpPr/>
          <p:nvPr/>
        </p:nvGrpSpPr>
        <p:grpSpPr>
          <a:xfrm>
            <a:off x="360" y="466560"/>
            <a:ext cx="882720" cy="241560"/>
            <a:chOff x="360" y="466560"/>
            <a:chExt cx="882720" cy="241560"/>
          </a:xfrm>
        </p:grpSpPr>
        <p:sp>
          <p:nvSpPr>
            <p:cNvPr id="2047" name="Google Shape;2047;p37"/>
            <p:cNvSpPr/>
            <p:nvPr/>
          </p:nvSpPr>
          <p:spPr>
            <a:xfrm rot="10800000">
              <a:off x="731160" y="4665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8" name="Google Shape;2048;p37"/>
            <p:cNvSpPr/>
            <p:nvPr/>
          </p:nvSpPr>
          <p:spPr>
            <a:xfrm rot="10800000">
              <a:off x="585360" y="4665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9" name="Google Shape;2049;p37"/>
            <p:cNvSpPr/>
            <p:nvPr/>
          </p:nvSpPr>
          <p:spPr>
            <a:xfrm rot="10800000">
              <a:off x="439200" y="46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0" name="Google Shape;2050;p37"/>
            <p:cNvSpPr/>
            <p:nvPr/>
          </p:nvSpPr>
          <p:spPr>
            <a:xfrm rot="10800000">
              <a:off x="293040" y="46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1" name="Google Shape;2051;p37"/>
            <p:cNvSpPr/>
            <p:nvPr/>
          </p:nvSpPr>
          <p:spPr>
            <a:xfrm rot="10800000">
              <a:off x="146880" y="46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2" name="Google Shape;2052;p37"/>
            <p:cNvSpPr/>
            <p:nvPr/>
          </p:nvSpPr>
          <p:spPr>
            <a:xfrm rot="10800000">
              <a:off x="360" y="46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053" name="Google Shape;2053;p37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2054" name="Google Shape;2054;p37"/>
            <p:cNvSpPr/>
            <p:nvPr/>
          </p:nvSpPr>
          <p:spPr>
            <a:xfrm>
              <a:off x="180396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13956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16332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1036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73412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59" name="Google Shape;2059;p37"/>
          <p:cNvSpPr/>
          <p:nvPr/>
        </p:nvSpPr>
        <p:spPr>
          <a:xfrm rot="5400000">
            <a:off x="5515200" y="-38988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60" name="Google Shape;2060;p37"/>
          <p:cNvSpPr/>
          <p:nvPr/>
        </p:nvSpPr>
        <p:spPr>
          <a:xfrm rot="5400000">
            <a:off x="5794560" y="-86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61" name="Google Shape;2061;p37"/>
          <p:cNvGrpSpPr/>
          <p:nvPr/>
        </p:nvGrpSpPr>
        <p:grpSpPr>
          <a:xfrm>
            <a:off x="3502080" y="841320"/>
            <a:ext cx="1252800" cy="50760"/>
            <a:chOff x="3502080" y="841320"/>
            <a:chExt cx="1252800" cy="50760"/>
          </a:xfrm>
        </p:grpSpPr>
        <p:sp>
          <p:nvSpPr>
            <p:cNvPr id="2062" name="Google Shape;2062;p37"/>
            <p:cNvSpPr/>
            <p:nvPr/>
          </p:nvSpPr>
          <p:spPr>
            <a:xfrm>
              <a:off x="35020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35946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36871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377964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387216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9646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40572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414936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42418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43344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4269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51944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6116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47041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76" name="Google Shape;2076;p37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77" name="Google Shape;2077;p37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2078" name="Google Shape;2078;p37"/>
            <p:cNvSpPr/>
            <p:nvPr/>
          </p:nvSpPr>
          <p:spPr>
            <a:xfrm flipH="1" rot="10800000">
              <a:off x="8185320" y="47239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9" name="Google Shape;2079;p37"/>
            <p:cNvSpPr/>
            <p:nvPr/>
          </p:nvSpPr>
          <p:spPr>
            <a:xfrm flipH="1" rot="10800000">
              <a:off x="8086320" y="48290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0" name="Google Shape;2080;p37"/>
            <p:cNvSpPr/>
            <p:nvPr/>
          </p:nvSpPr>
          <p:spPr>
            <a:xfrm flipH="1" rot="10800000">
              <a:off x="8110440" y="48538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81" name="Google Shape;2081;p37"/>
          <p:cNvSpPr/>
          <p:nvPr/>
        </p:nvSpPr>
        <p:spPr>
          <a:xfrm rot="10800000">
            <a:off x="420120" y="40644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82" name="Google Shape;2082;p37"/>
          <p:cNvGrpSpPr/>
          <p:nvPr/>
        </p:nvGrpSpPr>
        <p:grpSpPr>
          <a:xfrm>
            <a:off x="-197280" y="3314880"/>
            <a:ext cx="552600" cy="98640"/>
            <a:chOff x="-197280" y="3314880"/>
            <a:chExt cx="552600" cy="98640"/>
          </a:xfrm>
        </p:grpSpPr>
        <p:sp>
          <p:nvSpPr>
            <p:cNvPr id="2083" name="Google Shape;2083;p37"/>
            <p:cNvSpPr/>
            <p:nvPr/>
          </p:nvSpPr>
          <p:spPr>
            <a:xfrm rot="5400000">
              <a:off x="256680" y="33148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4" name="Google Shape;2084;p37"/>
            <p:cNvSpPr/>
            <p:nvPr/>
          </p:nvSpPr>
          <p:spPr>
            <a:xfrm rot="5400000">
              <a:off x="283320" y="33418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5" name="Google Shape;2085;p37"/>
            <p:cNvSpPr/>
            <p:nvPr/>
          </p:nvSpPr>
          <p:spPr>
            <a:xfrm rot="5400000">
              <a:off x="-197280" y="33181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6" name="Google Shape;2086;p37"/>
            <p:cNvSpPr/>
            <p:nvPr/>
          </p:nvSpPr>
          <p:spPr>
            <a:xfrm rot="5400000">
              <a:off x="-173520" y="33418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7" name="Google Shape;2087;p37"/>
            <p:cNvSpPr/>
            <p:nvPr/>
          </p:nvSpPr>
          <p:spPr>
            <a:xfrm rot="5400000">
              <a:off x="78480" y="31791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088" name="Google Shape;2088;p37"/>
          <p:cNvGrpSpPr/>
          <p:nvPr/>
        </p:nvGrpSpPr>
        <p:grpSpPr>
          <a:xfrm>
            <a:off x="4954680" y="4958640"/>
            <a:ext cx="1520280" cy="301680"/>
            <a:chOff x="4954680" y="4958640"/>
            <a:chExt cx="1520280" cy="301680"/>
          </a:xfrm>
        </p:grpSpPr>
        <p:sp>
          <p:nvSpPr>
            <p:cNvPr id="2089" name="Google Shape;2089;p37"/>
            <p:cNvSpPr/>
            <p:nvPr/>
          </p:nvSpPr>
          <p:spPr>
            <a:xfrm>
              <a:off x="5047920" y="500508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6383520" y="51688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6407640" y="5193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4954680" y="49586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4978440" y="49834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5" name="Google Shape;2095;p3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96" name="Google Shape;2096;p38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7" name="Google Shape;2097;p38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8" name="Google Shape;2098;p38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9" name="Google Shape;2099;p38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0" name="Google Shape;2100;p38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1" name="Google Shape;2101;p38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2" name="Google Shape;2102;p38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3" name="Google Shape;2103;p38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4" name="Google Shape;2104;p38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5" name="Google Shape;2105;p38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6" name="Google Shape;2106;p38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7" name="Google Shape;2107;p38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8" name="Google Shape;2108;p38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9" name="Google Shape;2109;p38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0" name="Google Shape;2110;p38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1" name="Google Shape;2111;p38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2" name="Google Shape;2112;p38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3" name="Google Shape;2113;p38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4" name="Google Shape;2114;p38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5" name="Google Shape;2115;p38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6" name="Google Shape;2116;p38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7" name="Google Shape;2117;p38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8" name="Google Shape;2118;p38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9" name="Google Shape;2119;p38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0" name="Google Shape;2120;p38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1" name="Google Shape;2121;p38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2" name="Google Shape;2122;p38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3" name="Google Shape;2123;p38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4" name="Google Shape;2124;p38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5" name="Google Shape;2125;p38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6" name="Google Shape;2126;p38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7" name="Google Shape;2127;p38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8" name="Google Shape;2128;p38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9" name="Google Shape;2129;p38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0" name="Google Shape;2130;p38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1" name="Google Shape;2131;p38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2" name="Google Shape;2132;p38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3" name="Google Shape;2133;p38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34" name="Google Shape;2134;p38"/>
          <p:cNvSpPr txBox="1"/>
          <p:nvPr>
            <p:ph type="title"/>
          </p:nvPr>
        </p:nvSpPr>
        <p:spPr>
          <a:xfrm>
            <a:off x="1181880" y="1320840"/>
            <a:ext cx="6779520" cy="252324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35" name="Google Shape;2135;p38"/>
          <p:cNvSpPr/>
          <p:nvPr/>
        </p:nvSpPr>
        <p:spPr>
          <a:xfrm rot="-5400000">
            <a:off x="348840" y="258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36" name="Google Shape;2136;p38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2137" name="Google Shape;2137;p38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8" name="Google Shape;2138;p38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39" name="Google Shape;2139;p38"/>
          <p:cNvGrpSpPr/>
          <p:nvPr/>
        </p:nvGrpSpPr>
        <p:grpSpPr>
          <a:xfrm>
            <a:off x="8059680" y="3661920"/>
            <a:ext cx="1822320" cy="196560"/>
            <a:chOff x="8059680" y="3661920"/>
            <a:chExt cx="1822320" cy="196560"/>
          </a:xfrm>
        </p:grpSpPr>
        <p:sp>
          <p:nvSpPr>
            <p:cNvPr id="2140" name="Google Shape;2140;p38"/>
            <p:cNvSpPr/>
            <p:nvPr/>
          </p:nvSpPr>
          <p:spPr>
            <a:xfrm>
              <a:off x="8158320" y="37083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1" name="Google Shape;2141;p38"/>
            <p:cNvSpPr/>
            <p:nvPr/>
          </p:nvSpPr>
          <p:spPr>
            <a:xfrm>
              <a:off x="8059680" y="36619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2" name="Google Shape;2142;p38"/>
            <p:cNvSpPr/>
            <p:nvPr/>
          </p:nvSpPr>
          <p:spPr>
            <a:xfrm>
              <a:off x="8084160" y="368676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43" name="Google Shape;2143;p38"/>
          <p:cNvSpPr/>
          <p:nvPr/>
        </p:nvSpPr>
        <p:spPr>
          <a:xfrm rot="10800000">
            <a:off x="7375680" y="404532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44" name="Google Shape;2144;p38"/>
          <p:cNvGrpSpPr/>
          <p:nvPr/>
        </p:nvGrpSpPr>
        <p:grpSpPr>
          <a:xfrm>
            <a:off x="4423680" y="4144680"/>
            <a:ext cx="296100" cy="1822140"/>
            <a:chOff x="4423680" y="4144680"/>
            <a:chExt cx="296100" cy="1822140"/>
          </a:xfrm>
        </p:grpSpPr>
        <p:sp>
          <p:nvSpPr>
            <p:cNvPr id="2145" name="Google Shape;2145;p38"/>
            <p:cNvSpPr/>
            <p:nvPr/>
          </p:nvSpPr>
          <p:spPr>
            <a:xfrm flipH="1" rot="-5400000">
              <a:off x="3782880" y="50299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6" name="Google Shape;2146;p38"/>
            <p:cNvSpPr/>
            <p:nvPr/>
          </p:nvSpPr>
          <p:spPr>
            <a:xfrm flipH="1" rot="-5400000">
              <a:off x="4423680" y="4740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7" name="Google Shape;2147;p38"/>
            <p:cNvSpPr/>
            <p:nvPr/>
          </p:nvSpPr>
          <p:spPr>
            <a:xfrm flipH="1" rot="-5400000">
              <a:off x="4448160" y="476532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8" name="Google Shape;2148;p38"/>
            <p:cNvSpPr/>
            <p:nvPr/>
          </p:nvSpPr>
          <p:spPr>
            <a:xfrm flipH="1" rot="-5400000">
              <a:off x="4523400" y="4144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9" name="Google Shape;2149;p38"/>
            <p:cNvSpPr/>
            <p:nvPr/>
          </p:nvSpPr>
          <p:spPr>
            <a:xfrm flipH="1" rot="-5400000">
              <a:off x="4547520" y="41688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0" name="Google Shape;2150;p38"/>
            <p:cNvSpPr/>
            <p:nvPr/>
          </p:nvSpPr>
          <p:spPr>
            <a:xfrm flipH="1" rot="-5400000">
              <a:off x="3990240" y="531144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51" name="Google Shape;2151;p38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52" name="Google Shape;2152;p38"/>
          <p:cNvSpPr/>
          <p:nvPr/>
        </p:nvSpPr>
        <p:spPr>
          <a:xfrm rot="10800000">
            <a:off x="468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53" name="Google Shape;2153;p38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54" name="Google Shape;2154;p38"/>
          <p:cNvGrpSpPr/>
          <p:nvPr/>
        </p:nvGrpSpPr>
        <p:grpSpPr>
          <a:xfrm>
            <a:off x="7812720" y="1533240"/>
            <a:ext cx="1520640" cy="301680"/>
            <a:chOff x="7812720" y="1533240"/>
            <a:chExt cx="1520640" cy="301680"/>
          </a:xfrm>
        </p:grpSpPr>
        <p:sp>
          <p:nvSpPr>
            <p:cNvPr id="2155" name="Google Shape;2155;p38"/>
            <p:cNvSpPr/>
            <p:nvPr/>
          </p:nvSpPr>
          <p:spPr>
            <a:xfrm>
              <a:off x="7906320" y="157968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6" name="Google Shape;2156;p38"/>
            <p:cNvSpPr/>
            <p:nvPr/>
          </p:nvSpPr>
          <p:spPr>
            <a:xfrm>
              <a:off x="9241920" y="17434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7" name="Google Shape;2157;p38"/>
            <p:cNvSpPr/>
            <p:nvPr/>
          </p:nvSpPr>
          <p:spPr>
            <a:xfrm>
              <a:off x="9265680" y="17683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8" name="Google Shape;2158;p38"/>
            <p:cNvSpPr/>
            <p:nvPr/>
          </p:nvSpPr>
          <p:spPr>
            <a:xfrm>
              <a:off x="7812720" y="15332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9" name="Google Shape;2159;p38"/>
            <p:cNvSpPr/>
            <p:nvPr/>
          </p:nvSpPr>
          <p:spPr>
            <a:xfrm>
              <a:off x="7836840" y="15580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60" name="Google Shape;2160;p38"/>
          <p:cNvGrpSpPr/>
          <p:nvPr/>
        </p:nvGrpSpPr>
        <p:grpSpPr>
          <a:xfrm>
            <a:off x="-184320" y="4536000"/>
            <a:ext cx="1520640" cy="301680"/>
            <a:chOff x="-184320" y="4536000"/>
            <a:chExt cx="1520640" cy="301680"/>
          </a:xfrm>
        </p:grpSpPr>
        <p:sp>
          <p:nvSpPr>
            <p:cNvPr id="2161" name="Google Shape;2161;p38"/>
            <p:cNvSpPr/>
            <p:nvPr/>
          </p:nvSpPr>
          <p:spPr>
            <a:xfrm rot="5400000">
              <a:off x="471960" y="401940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2" name="Google Shape;2162;p38"/>
            <p:cNvSpPr/>
            <p:nvPr/>
          </p:nvSpPr>
          <p:spPr>
            <a:xfrm rot="5400000">
              <a:off x="1244880" y="4746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3" name="Google Shape;2163;p38"/>
            <p:cNvSpPr/>
            <p:nvPr/>
          </p:nvSpPr>
          <p:spPr>
            <a:xfrm rot="5400000">
              <a:off x="1269360" y="47703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4" name="Google Shape;2164;p38"/>
            <p:cNvSpPr/>
            <p:nvPr/>
          </p:nvSpPr>
          <p:spPr>
            <a:xfrm rot="5400000">
              <a:off x="-184320" y="4536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5" name="Google Shape;2165;p38"/>
            <p:cNvSpPr/>
            <p:nvPr/>
          </p:nvSpPr>
          <p:spPr>
            <a:xfrm rot="5400000">
              <a:off x="-160200" y="45612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66" name="Google Shape;2166;p38"/>
          <p:cNvSpPr/>
          <p:nvPr/>
        </p:nvSpPr>
        <p:spPr>
          <a:xfrm flipH="1" rot="-5400000">
            <a:off x="1059840" y="-1890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7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67" name="Google Shape;2167;p38"/>
          <p:cNvGrpSpPr/>
          <p:nvPr/>
        </p:nvGrpSpPr>
        <p:grpSpPr>
          <a:xfrm>
            <a:off x="8327880" y="172440"/>
            <a:ext cx="882720" cy="241560"/>
            <a:chOff x="8327880" y="172440"/>
            <a:chExt cx="882720" cy="241560"/>
          </a:xfrm>
        </p:grpSpPr>
        <p:sp>
          <p:nvSpPr>
            <p:cNvPr id="2168" name="Google Shape;2168;p38"/>
            <p:cNvSpPr/>
            <p:nvPr/>
          </p:nvSpPr>
          <p:spPr>
            <a:xfrm>
              <a:off x="8327880" y="1724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9" name="Google Shape;2169;p38"/>
            <p:cNvSpPr/>
            <p:nvPr/>
          </p:nvSpPr>
          <p:spPr>
            <a:xfrm>
              <a:off x="8475120" y="1724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0" name="Google Shape;2170;p38"/>
            <p:cNvSpPr/>
            <p:nvPr/>
          </p:nvSpPr>
          <p:spPr>
            <a:xfrm>
              <a:off x="8621280" y="17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1" name="Google Shape;2171;p38"/>
            <p:cNvSpPr/>
            <p:nvPr/>
          </p:nvSpPr>
          <p:spPr>
            <a:xfrm>
              <a:off x="8767440" y="17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2" name="Google Shape;2172;p38"/>
            <p:cNvSpPr/>
            <p:nvPr/>
          </p:nvSpPr>
          <p:spPr>
            <a:xfrm>
              <a:off x="8913960" y="17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3" name="Google Shape;2173;p38"/>
            <p:cNvSpPr/>
            <p:nvPr/>
          </p:nvSpPr>
          <p:spPr>
            <a:xfrm>
              <a:off x="9060120" y="17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74" name="Google Shape;2174;p38"/>
          <p:cNvGrpSpPr/>
          <p:nvPr/>
        </p:nvGrpSpPr>
        <p:grpSpPr>
          <a:xfrm>
            <a:off x="-248040" y="1713600"/>
            <a:ext cx="883080" cy="241560"/>
            <a:chOff x="-248040" y="1713600"/>
            <a:chExt cx="883080" cy="241560"/>
          </a:xfrm>
        </p:grpSpPr>
        <p:sp>
          <p:nvSpPr>
            <p:cNvPr id="2175" name="Google Shape;2175;p38"/>
            <p:cNvSpPr/>
            <p:nvPr/>
          </p:nvSpPr>
          <p:spPr>
            <a:xfrm flipH="1">
              <a:off x="483120" y="171360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6" name="Google Shape;2176;p38"/>
            <p:cNvSpPr/>
            <p:nvPr/>
          </p:nvSpPr>
          <p:spPr>
            <a:xfrm flipH="1">
              <a:off x="336960" y="171360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7" name="Google Shape;2177;p38"/>
            <p:cNvSpPr/>
            <p:nvPr/>
          </p:nvSpPr>
          <p:spPr>
            <a:xfrm flipH="1">
              <a:off x="19044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8" name="Google Shape;2178;p38"/>
            <p:cNvSpPr/>
            <p:nvPr/>
          </p:nvSpPr>
          <p:spPr>
            <a:xfrm flipH="1">
              <a:off x="4428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9" name="Google Shape;2179;p38"/>
            <p:cNvSpPr/>
            <p:nvPr/>
          </p:nvSpPr>
          <p:spPr>
            <a:xfrm flipH="1">
              <a:off x="-10188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0" name="Google Shape;2180;p38"/>
            <p:cNvSpPr/>
            <p:nvPr/>
          </p:nvSpPr>
          <p:spPr>
            <a:xfrm flipH="1">
              <a:off x="-24804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81" name="Google Shape;2181;p38"/>
          <p:cNvGrpSpPr/>
          <p:nvPr/>
        </p:nvGrpSpPr>
        <p:grpSpPr>
          <a:xfrm>
            <a:off x="4429800" y="-820260"/>
            <a:ext cx="296100" cy="1822140"/>
            <a:chOff x="4429800" y="-820260"/>
            <a:chExt cx="296100" cy="1822140"/>
          </a:xfrm>
        </p:grpSpPr>
        <p:sp>
          <p:nvSpPr>
            <p:cNvPr id="2182" name="Google Shape;2182;p38"/>
            <p:cNvSpPr/>
            <p:nvPr/>
          </p:nvSpPr>
          <p:spPr>
            <a:xfrm rot="-5400000">
              <a:off x="3789000" y="-334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3" name="Google Shape;2183;p38"/>
            <p:cNvSpPr/>
            <p:nvPr/>
          </p:nvSpPr>
          <p:spPr>
            <a:xfrm rot="-5400000">
              <a:off x="4429800" y="3142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4" name="Google Shape;2184;p38"/>
            <p:cNvSpPr/>
            <p:nvPr/>
          </p:nvSpPr>
          <p:spPr>
            <a:xfrm rot="-5400000">
              <a:off x="4454280" y="33840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5" name="Google Shape;2185;p38"/>
            <p:cNvSpPr/>
            <p:nvPr/>
          </p:nvSpPr>
          <p:spPr>
            <a:xfrm rot="-5400000">
              <a:off x="4529520" y="9104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6" name="Google Shape;2186;p38"/>
            <p:cNvSpPr/>
            <p:nvPr/>
          </p:nvSpPr>
          <p:spPr>
            <a:xfrm rot="-5400000">
              <a:off x="4553640" y="9349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7" name="Google Shape;2187;p38"/>
            <p:cNvSpPr/>
            <p:nvPr/>
          </p:nvSpPr>
          <p:spPr>
            <a:xfrm rot="-5400000">
              <a:off x="3996360" y="-34056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9" name="Google Shape;2189;p3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190" name="Google Shape;2190;p39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1" name="Google Shape;2191;p39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2" name="Google Shape;2192;p39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3" name="Google Shape;2193;p39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4" name="Google Shape;2194;p39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5" name="Google Shape;2195;p39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6" name="Google Shape;2196;p39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7" name="Google Shape;2197;p39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8" name="Google Shape;2198;p39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9" name="Google Shape;2199;p39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0" name="Google Shape;2200;p39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1" name="Google Shape;2201;p39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2" name="Google Shape;2202;p39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3" name="Google Shape;2203;p39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4" name="Google Shape;2204;p39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5" name="Google Shape;2205;p39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6" name="Google Shape;2206;p39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7" name="Google Shape;2207;p39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8" name="Google Shape;2208;p39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9" name="Google Shape;2209;p39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0" name="Google Shape;2210;p39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1" name="Google Shape;2211;p39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2" name="Google Shape;2212;p39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3" name="Google Shape;2213;p39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4" name="Google Shape;2214;p39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5" name="Google Shape;2215;p39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6" name="Google Shape;2216;p39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7" name="Google Shape;2217;p39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8" name="Google Shape;2218;p39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9" name="Google Shape;2219;p39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0" name="Google Shape;2220;p39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1" name="Google Shape;2221;p39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2" name="Google Shape;2222;p39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3" name="Google Shape;2223;p39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4" name="Google Shape;2224;p39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5" name="Google Shape;2225;p39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6" name="Google Shape;2226;p39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7" name="Google Shape;2227;p39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228" name="Google Shape;2228;p39"/>
          <p:cNvSpPr txBox="1"/>
          <p:nvPr>
            <p:ph type="title"/>
          </p:nvPr>
        </p:nvSpPr>
        <p:spPr>
          <a:xfrm>
            <a:off x="1656720" y="1241280"/>
            <a:ext cx="5829840" cy="116892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29" name="Google Shape;2229;p39"/>
          <p:cNvSpPr/>
          <p:nvPr/>
        </p:nvSpPr>
        <p:spPr>
          <a:xfrm rot="-5400000">
            <a:off x="348840" y="258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230" name="Google Shape;2230;p39"/>
          <p:cNvGrpSpPr/>
          <p:nvPr/>
        </p:nvGrpSpPr>
        <p:grpSpPr>
          <a:xfrm>
            <a:off x="360" y="779760"/>
            <a:ext cx="882720" cy="241560"/>
            <a:chOff x="360" y="779760"/>
            <a:chExt cx="882720" cy="241560"/>
          </a:xfrm>
        </p:grpSpPr>
        <p:sp>
          <p:nvSpPr>
            <p:cNvPr id="2231" name="Google Shape;2231;p39"/>
            <p:cNvSpPr/>
            <p:nvPr/>
          </p:nvSpPr>
          <p:spPr>
            <a:xfrm rot="10800000">
              <a:off x="731160" y="7797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2" name="Google Shape;2232;p39"/>
            <p:cNvSpPr/>
            <p:nvPr/>
          </p:nvSpPr>
          <p:spPr>
            <a:xfrm rot="10800000">
              <a:off x="585360" y="7797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3" name="Google Shape;2233;p39"/>
            <p:cNvSpPr/>
            <p:nvPr/>
          </p:nvSpPr>
          <p:spPr>
            <a:xfrm rot="10800000">
              <a:off x="439200" y="779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4" name="Google Shape;2234;p39"/>
            <p:cNvSpPr/>
            <p:nvPr/>
          </p:nvSpPr>
          <p:spPr>
            <a:xfrm rot="10800000">
              <a:off x="293040" y="779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5" name="Google Shape;2235;p39"/>
            <p:cNvSpPr/>
            <p:nvPr/>
          </p:nvSpPr>
          <p:spPr>
            <a:xfrm rot="10800000">
              <a:off x="146880" y="779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6" name="Google Shape;2236;p39"/>
            <p:cNvSpPr/>
            <p:nvPr/>
          </p:nvSpPr>
          <p:spPr>
            <a:xfrm rot="10800000">
              <a:off x="360" y="779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237" name="Google Shape;2237;p39"/>
          <p:cNvSpPr/>
          <p:nvPr/>
        </p:nvSpPr>
        <p:spPr>
          <a:xfrm rot="5400000">
            <a:off x="1495800" y="-491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238" name="Google Shape;2238;p39"/>
          <p:cNvSpPr/>
          <p:nvPr/>
        </p:nvSpPr>
        <p:spPr>
          <a:xfrm rot="5400000">
            <a:off x="1775160" y="-1890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239" name="Google Shape;2239;p39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240" name="Google Shape;2240;p39"/>
          <p:cNvGrpSpPr/>
          <p:nvPr/>
        </p:nvGrpSpPr>
        <p:grpSpPr>
          <a:xfrm>
            <a:off x="-1414440" y="3287160"/>
            <a:ext cx="2297520" cy="347040"/>
            <a:chOff x="-1414440" y="3287160"/>
            <a:chExt cx="2297520" cy="347040"/>
          </a:xfrm>
        </p:grpSpPr>
        <p:sp>
          <p:nvSpPr>
            <p:cNvPr id="2241" name="Google Shape;2241;p39"/>
            <p:cNvSpPr/>
            <p:nvPr/>
          </p:nvSpPr>
          <p:spPr>
            <a:xfrm>
              <a:off x="-1414440" y="35665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2" name="Google Shape;2242;p39"/>
            <p:cNvSpPr/>
            <p:nvPr/>
          </p:nvSpPr>
          <p:spPr>
            <a:xfrm>
              <a:off x="-1111320" y="32871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43" name="Google Shape;2243;p39"/>
          <p:cNvGrpSpPr/>
          <p:nvPr/>
        </p:nvGrpSpPr>
        <p:grpSpPr>
          <a:xfrm>
            <a:off x="5512680" y="-116280"/>
            <a:ext cx="1520280" cy="301320"/>
            <a:chOff x="5512680" y="-116280"/>
            <a:chExt cx="1520280" cy="301320"/>
          </a:xfrm>
        </p:grpSpPr>
        <p:sp>
          <p:nvSpPr>
            <p:cNvPr id="2244" name="Google Shape;2244;p39"/>
            <p:cNvSpPr/>
            <p:nvPr/>
          </p:nvSpPr>
          <p:spPr>
            <a:xfrm>
              <a:off x="5605920" y="-698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5" name="Google Shape;2245;p39"/>
            <p:cNvSpPr/>
            <p:nvPr/>
          </p:nvSpPr>
          <p:spPr>
            <a:xfrm>
              <a:off x="6941520" y="93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6" name="Google Shape;2246;p39"/>
            <p:cNvSpPr/>
            <p:nvPr/>
          </p:nvSpPr>
          <p:spPr>
            <a:xfrm>
              <a:off x="6965640" y="1184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7" name="Google Shape;2247;p39"/>
            <p:cNvSpPr/>
            <p:nvPr/>
          </p:nvSpPr>
          <p:spPr>
            <a:xfrm>
              <a:off x="5512680" y="-1162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8" name="Google Shape;2248;p39"/>
            <p:cNvSpPr/>
            <p:nvPr/>
          </p:nvSpPr>
          <p:spPr>
            <a:xfrm>
              <a:off x="5536440" y="-914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49" name="Google Shape;2249;p39"/>
          <p:cNvGrpSpPr/>
          <p:nvPr/>
        </p:nvGrpSpPr>
        <p:grpSpPr>
          <a:xfrm>
            <a:off x="7918560" y="1923120"/>
            <a:ext cx="1822680" cy="297000"/>
            <a:chOff x="7918560" y="1923120"/>
            <a:chExt cx="1822680" cy="297000"/>
          </a:xfrm>
        </p:grpSpPr>
        <p:sp>
          <p:nvSpPr>
            <p:cNvPr id="2250" name="Google Shape;2250;p39"/>
            <p:cNvSpPr/>
            <p:nvPr/>
          </p:nvSpPr>
          <p:spPr>
            <a:xfrm flipH="1" rot="10800000">
              <a:off x="8017560" y="19231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1" name="Google Shape;2251;p39"/>
            <p:cNvSpPr/>
            <p:nvPr/>
          </p:nvSpPr>
          <p:spPr>
            <a:xfrm flipH="1" rot="10800000">
              <a:off x="8514720" y="2128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2" name="Google Shape;2252;p39"/>
            <p:cNvSpPr/>
            <p:nvPr/>
          </p:nvSpPr>
          <p:spPr>
            <a:xfrm flipH="1" rot="10800000">
              <a:off x="8539560" y="215244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3" name="Google Shape;2253;p39"/>
            <p:cNvSpPr/>
            <p:nvPr/>
          </p:nvSpPr>
          <p:spPr>
            <a:xfrm flipH="1" rot="10800000">
              <a:off x="7918560" y="20289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4" name="Google Shape;2254;p39"/>
            <p:cNvSpPr/>
            <p:nvPr/>
          </p:nvSpPr>
          <p:spPr>
            <a:xfrm flipH="1" rot="10800000">
              <a:off x="7943400" y="20530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5" name="Google Shape;2255;p39"/>
            <p:cNvSpPr/>
            <p:nvPr/>
          </p:nvSpPr>
          <p:spPr>
            <a:xfrm flipH="1" rot="10800000">
              <a:off x="8606880" y="199872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56" name="Google Shape;2256;p39"/>
          <p:cNvGrpSpPr/>
          <p:nvPr/>
        </p:nvGrpSpPr>
        <p:grpSpPr>
          <a:xfrm>
            <a:off x="-799200" y="2157840"/>
            <a:ext cx="1822320" cy="196560"/>
            <a:chOff x="-799200" y="2157840"/>
            <a:chExt cx="1822320" cy="196560"/>
          </a:xfrm>
        </p:grpSpPr>
        <p:sp>
          <p:nvSpPr>
            <p:cNvPr id="2257" name="Google Shape;2257;p39"/>
            <p:cNvSpPr/>
            <p:nvPr/>
          </p:nvSpPr>
          <p:spPr>
            <a:xfrm flipH="1">
              <a:off x="-799200" y="22042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8" name="Google Shape;2258;p39"/>
            <p:cNvSpPr/>
            <p:nvPr/>
          </p:nvSpPr>
          <p:spPr>
            <a:xfrm flipH="1">
              <a:off x="931680" y="2157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9" name="Google Shape;2259;p39"/>
            <p:cNvSpPr/>
            <p:nvPr/>
          </p:nvSpPr>
          <p:spPr>
            <a:xfrm flipH="1">
              <a:off x="955080" y="21826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60" name="Google Shape;2260;p39"/>
          <p:cNvGrpSpPr/>
          <p:nvPr/>
        </p:nvGrpSpPr>
        <p:grpSpPr>
          <a:xfrm>
            <a:off x="8331120" y="3180240"/>
            <a:ext cx="1105920" cy="133560"/>
            <a:chOff x="8331120" y="3180240"/>
            <a:chExt cx="1105920" cy="133560"/>
          </a:xfrm>
        </p:grpSpPr>
        <p:grpSp>
          <p:nvGrpSpPr>
            <p:cNvPr id="2261" name="Google Shape;2261;p39"/>
            <p:cNvGrpSpPr/>
            <p:nvPr/>
          </p:nvGrpSpPr>
          <p:grpSpPr>
            <a:xfrm>
              <a:off x="8331120" y="3263040"/>
              <a:ext cx="883080" cy="50760"/>
              <a:chOff x="8331120" y="3263040"/>
              <a:chExt cx="883080" cy="50760"/>
            </a:xfrm>
          </p:grpSpPr>
          <p:sp>
            <p:nvSpPr>
              <p:cNvPr id="2262" name="Google Shape;2262;p39"/>
              <p:cNvSpPr/>
              <p:nvPr/>
            </p:nvSpPr>
            <p:spPr>
              <a:xfrm>
                <a:off x="83311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3" name="Google Shape;2263;p39"/>
              <p:cNvSpPr/>
              <p:nvPr/>
            </p:nvSpPr>
            <p:spPr>
              <a:xfrm>
                <a:off x="84236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4" name="Google Shape;2264;p39"/>
              <p:cNvSpPr/>
              <p:nvPr/>
            </p:nvSpPr>
            <p:spPr>
              <a:xfrm>
                <a:off x="851616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5" name="Google Shape;2265;p39"/>
              <p:cNvSpPr/>
              <p:nvPr/>
            </p:nvSpPr>
            <p:spPr>
              <a:xfrm>
                <a:off x="860868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6" name="Google Shape;2266;p39"/>
              <p:cNvSpPr/>
              <p:nvPr/>
            </p:nvSpPr>
            <p:spPr>
              <a:xfrm>
                <a:off x="870120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7" name="Google Shape;2267;p39"/>
              <p:cNvSpPr/>
              <p:nvPr/>
            </p:nvSpPr>
            <p:spPr>
              <a:xfrm>
                <a:off x="87937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8" name="Google Shape;2268;p39"/>
              <p:cNvSpPr/>
              <p:nvPr/>
            </p:nvSpPr>
            <p:spPr>
              <a:xfrm>
                <a:off x="88862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9" name="Google Shape;2269;p39"/>
              <p:cNvSpPr/>
              <p:nvPr/>
            </p:nvSpPr>
            <p:spPr>
              <a:xfrm>
                <a:off x="897840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0" name="Google Shape;2270;p39"/>
              <p:cNvSpPr/>
              <p:nvPr/>
            </p:nvSpPr>
            <p:spPr>
              <a:xfrm>
                <a:off x="90709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1" name="Google Shape;2271;p39"/>
              <p:cNvSpPr/>
              <p:nvPr/>
            </p:nvSpPr>
            <p:spPr>
              <a:xfrm>
                <a:off x="91634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272" name="Google Shape;2272;p39"/>
            <p:cNvGrpSpPr/>
            <p:nvPr/>
          </p:nvGrpSpPr>
          <p:grpSpPr>
            <a:xfrm>
              <a:off x="8553960" y="3180240"/>
              <a:ext cx="883080" cy="50760"/>
              <a:chOff x="8553960" y="3180240"/>
              <a:chExt cx="883080" cy="50760"/>
            </a:xfrm>
          </p:grpSpPr>
          <p:sp>
            <p:nvSpPr>
              <p:cNvPr id="2273" name="Google Shape;2273;p39"/>
              <p:cNvSpPr/>
              <p:nvPr/>
            </p:nvSpPr>
            <p:spPr>
              <a:xfrm>
                <a:off x="855396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4" name="Google Shape;2274;p39"/>
              <p:cNvSpPr/>
              <p:nvPr/>
            </p:nvSpPr>
            <p:spPr>
              <a:xfrm>
                <a:off x="86464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5" name="Google Shape;2275;p39"/>
              <p:cNvSpPr/>
              <p:nvPr/>
            </p:nvSpPr>
            <p:spPr>
              <a:xfrm>
                <a:off x="873900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6" name="Google Shape;2276;p39"/>
              <p:cNvSpPr/>
              <p:nvPr/>
            </p:nvSpPr>
            <p:spPr>
              <a:xfrm>
                <a:off x="883152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7" name="Google Shape;2277;p39"/>
              <p:cNvSpPr/>
              <p:nvPr/>
            </p:nvSpPr>
            <p:spPr>
              <a:xfrm>
                <a:off x="89236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8" name="Google Shape;2278;p39"/>
              <p:cNvSpPr/>
              <p:nvPr/>
            </p:nvSpPr>
            <p:spPr>
              <a:xfrm>
                <a:off x="901620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79" name="Google Shape;2279;p39"/>
              <p:cNvSpPr/>
              <p:nvPr/>
            </p:nvSpPr>
            <p:spPr>
              <a:xfrm>
                <a:off x="910872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80" name="Google Shape;2280;p39"/>
              <p:cNvSpPr/>
              <p:nvPr/>
            </p:nvSpPr>
            <p:spPr>
              <a:xfrm>
                <a:off x="920124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81" name="Google Shape;2281;p39"/>
              <p:cNvSpPr/>
              <p:nvPr/>
            </p:nvSpPr>
            <p:spPr>
              <a:xfrm>
                <a:off x="929376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82" name="Google Shape;2282;p39"/>
              <p:cNvSpPr/>
              <p:nvPr/>
            </p:nvSpPr>
            <p:spPr>
              <a:xfrm>
                <a:off x="93862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283" name="Google Shape;2283;p39"/>
          <p:cNvGrpSpPr/>
          <p:nvPr/>
        </p:nvGrpSpPr>
        <p:grpSpPr>
          <a:xfrm>
            <a:off x="-141480" y="4515120"/>
            <a:ext cx="552600" cy="98640"/>
            <a:chOff x="-141480" y="4515120"/>
            <a:chExt cx="552600" cy="98640"/>
          </a:xfrm>
        </p:grpSpPr>
        <p:sp>
          <p:nvSpPr>
            <p:cNvPr id="2284" name="Google Shape;2284;p39"/>
            <p:cNvSpPr/>
            <p:nvPr/>
          </p:nvSpPr>
          <p:spPr>
            <a:xfrm rot="5400000">
              <a:off x="312480" y="45151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5" name="Google Shape;2285;p39"/>
            <p:cNvSpPr/>
            <p:nvPr/>
          </p:nvSpPr>
          <p:spPr>
            <a:xfrm rot="5400000">
              <a:off x="339120" y="45421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6" name="Google Shape;2286;p39"/>
            <p:cNvSpPr/>
            <p:nvPr/>
          </p:nvSpPr>
          <p:spPr>
            <a:xfrm rot="5400000">
              <a:off x="-141480" y="45183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7" name="Google Shape;2287;p39"/>
            <p:cNvSpPr/>
            <p:nvPr/>
          </p:nvSpPr>
          <p:spPr>
            <a:xfrm rot="5400000">
              <a:off x="-117720" y="4542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8" name="Google Shape;2288;p39"/>
            <p:cNvSpPr/>
            <p:nvPr/>
          </p:nvSpPr>
          <p:spPr>
            <a:xfrm rot="5400000">
              <a:off x="134640" y="43794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40"/>
          <p:cNvSpPr txBox="1"/>
          <p:nvPr>
            <p:ph idx="1" type="body"/>
          </p:nvPr>
        </p:nvSpPr>
        <p:spPr>
          <a:xfrm>
            <a:off x="1109520" y="4079160"/>
            <a:ext cx="6924600" cy="4492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6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7" name="Google Shape;7;p13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" name="Google Shape;8;p13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" name="Google Shape;9;p13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" name="Google Shape;10;p13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" name="Google Shape;11;p13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" name="Google Shape;12;p13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" name="Google Shape;13;p13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" name="Google Shape;14;p13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" name="Google Shape;15;p13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" name="Google Shape;16;p13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" name="Google Shape;17;p13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" name="Google Shape;18;p13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" name="Google Shape;19;p13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" name="Google Shape;20;p13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" name="Google Shape;21;p13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" name="Google Shape;22;p13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" name="Google Shape;23;p13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" name="Google Shape;24;p13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" name="Google Shape;25;p13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" name="Google Shape;26;p13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" name="Google Shape;27;p13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" name="Google Shape;28;p13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" name="Google Shape;29;p13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" name="Google Shape;30;p13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" name="Google Shape;31;p13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" name="Google Shape;32;p13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" name="Google Shape;33;p13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" name="Google Shape;34;p13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" name="Google Shape;35;p13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" name="Google Shape;36;p13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" name="Google Shape;37;p13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" name="Google Shape;38;p13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" name="Google Shape;39;p13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" name="Google Shape;40;p13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" name="Google Shape;41;p13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" name="Google Shape;42;p13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" name="Google Shape;43;p13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" name="Google Shape;44;p13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5" name="Google Shape;45;p13"/>
          <p:cNvSpPr txBox="1"/>
          <p:nvPr>
            <p:ph type="title"/>
          </p:nvPr>
        </p:nvSpPr>
        <p:spPr>
          <a:xfrm>
            <a:off x="1317600" y="1132200"/>
            <a:ext cx="6508440" cy="19983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46" name="Google Shape;46;p13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47" name="Google Shape;47;p13"/>
            <p:cNvSpPr/>
            <p:nvPr/>
          </p:nvSpPr>
          <p:spPr>
            <a:xfrm rot="-5400000">
              <a:off x="348840" y="25848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48" name="Google Shape;48;p13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49" name="Google Shape;49;p13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" name="Google Shape;50;p13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" name="Google Shape;51;p13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2" name="Google Shape;52;p13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3" name="Google Shape;53;p13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4" name="Google Shape;54;p13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55" name="Google Shape;55;p13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56" name="Google Shape;56;p13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1" name="Google Shape;61;p13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62" name="Google Shape;62;p13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4" name="Google Shape;64;p13"/>
          <p:cNvGrpSpPr/>
          <p:nvPr/>
        </p:nvGrpSpPr>
        <p:grpSpPr>
          <a:xfrm>
            <a:off x="-799200" y="4138920"/>
            <a:ext cx="1822320" cy="196560"/>
            <a:chOff x="-799200" y="4138920"/>
            <a:chExt cx="1822320" cy="196560"/>
          </a:xfrm>
        </p:grpSpPr>
        <p:sp>
          <p:nvSpPr>
            <p:cNvPr id="65" name="Google Shape;65;p13"/>
            <p:cNvSpPr/>
            <p:nvPr/>
          </p:nvSpPr>
          <p:spPr>
            <a:xfrm flipH="1">
              <a:off x="-799200" y="41853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 flipH="1">
              <a:off x="931680" y="41389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 flipH="1">
              <a:off x="955080" y="416376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8" name="Google Shape;68;p13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9" name="Google Shape;69;p13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0" name="Google Shape;70;p13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1" name="Google Shape;71;p13"/>
          <p:cNvGrpSpPr/>
          <p:nvPr/>
        </p:nvGrpSpPr>
        <p:grpSpPr>
          <a:xfrm>
            <a:off x="7812720" y="997920"/>
            <a:ext cx="1520640" cy="301680"/>
            <a:chOff x="7812720" y="997920"/>
            <a:chExt cx="1520640" cy="301680"/>
          </a:xfrm>
        </p:grpSpPr>
        <p:sp>
          <p:nvSpPr>
            <p:cNvPr id="72" name="Google Shape;72;p13"/>
            <p:cNvSpPr/>
            <p:nvPr/>
          </p:nvSpPr>
          <p:spPr>
            <a:xfrm>
              <a:off x="7906320" y="10443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9241920" y="12081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9265680" y="12326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7812720" y="99792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7836840" y="10227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7" name="Google Shape;77;p13"/>
          <p:cNvGrpSpPr/>
          <p:nvPr/>
        </p:nvGrpSpPr>
        <p:grpSpPr>
          <a:xfrm>
            <a:off x="8496000" y="1713600"/>
            <a:ext cx="882720" cy="241560"/>
            <a:chOff x="8496000" y="1713600"/>
            <a:chExt cx="882720" cy="241560"/>
          </a:xfrm>
        </p:grpSpPr>
        <p:sp>
          <p:nvSpPr>
            <p:cNvPr id="78" name="Google Shape;78;p13"/>
            <p:cNvSpPr/>
            <p:nvPr/>
          </p:nvSpPr>
          <p:spPr>
            <a:xfrm>
              <a:off x="8496000" y="171360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8643240" y="171360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878976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893592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908208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922824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4" name="Google Shape;84;p13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85" name="Google Shape;85;p13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86" name="Google Shape;86;p13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96" name="Google Shape;96;p13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97" name="Google Shape;97;p13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07" name="Google Shape;107;p13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08" name="Google Shape;108;p13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" name="Google Shape;110;p13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3" name="Google Shape;113;p13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14" name="Google Shape;114;p13"/>
            <p:cNvSpPr/>
            <p:nvPr/>
          </p:nvSpPr>
          <p:spPr>
            <a:xfrm>
              <a:off x="180396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13956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16332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171036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173412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9" name="Google Shape;119;p13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120" name="Google Shape;120;p13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" name="Google Shape;121;p13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2" name="Google Shape;122;p13"/>
          <p:cNvSpPr/>
          <p:nvPr/>
        </p:nvSpPr>
        <p:spPr>
          <a:xfrm rot="10800000">
            <a:off x="1024200" y="4389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1"/>
          <p:cNvSpPr txBox="1"/>
          <p:nvPr>
            <p:ph idx="1" type="subTitle"/>
          </p:nvPr>
        </p:nvSpPr>
        <p:spPr>
          <a:xfrm>
            <a:off x="1676520" y="3095640"/>
            <a:ext cx="5790960" cy="91404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3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Master–Worker Architecture</a:t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296" name="Google Shape;2296;p1"/>
          <p:cNvGrpSpPr/>
          <p:nvPr/>
        </p:nvGrpSpPr>
        <p:grpSpPr>
          <a:xfrm>
            <a:off x="2131200" y="4336560"/>
            <a:ext cx="882720" cy="241560"/>
            <a:chOff x="2131200" y="4336560"/>
            <a:chExt cx="882720" cy="241560"/>
          </a:xfrm>
        </p:grpSpPr>
        <p:sp>
          <p:nvSpPr>
            <p:cNvPr id="2297" name="Google Shape;2297;p1"/>
            <p:cNvSpPr/>
            <p:nvPr/>
          </p:nvSpPr>
          <p:spPr>
            <a:xfrm rot="10800000">
              <a:off x="2862000" y="43365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8" name="Google Shape;2298;p1"/>
            <p:cNvSpPr/>
            <p:nvPr/>
          </p:nvSpPr>
          <p:spPr>
            <a:xfrm rot="10800000">
              <a:off x="2716200" y="43365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9" name="Google Shape;2299;p1"/>
            <p:cNvSpPr/>
            <p:nvPr/>
          </p:nvSpPr>
          <p:spPr>
            <a:xfrm rot="10800000">
              <a:off x="2570040" y="433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0" name="Google Shape;2300;p1"/>
            <p:cNvSpPr/>
            <p:nvPr/>
          </p:nvSpPr>
          <p:spPr>
            <a:xfrm rot="10800000">
              <a:off x="2423520" y="433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1" name="Google Shape;2301;p1"/>
            <p:cNvSpPr/>
            <p:nvPr/>
          </p:nvSpPr>
          <p:spPr>
            <a:xfrm rot="10800000">
              <a:off x="2277360" y="433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2" name="Google Shape;2302;p1"/>
            <p:cNvSpPr/>
            <p:nvPr/>
          </p:nvSpPr>
          <p:spPr>
            <a:xfrm rot="10800000">
              <a:off x="2131200" y="433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03" name="Google Shape;2303;p1"/>
          <p:cNvGrpSpPr/>
          <p:nvPr/>
        </p:nvGrpSpPr>
        <p:grpSpPr>
          <a:xfrm>
            <a:off x="4423680" y="4119480"/>
            <a:ext cx="296100" cy="1822140"/>
            <a:chOff x="4423680" y="4119480"/>
            <a:chExt cx="296100" cy="1822140"/>
          </a:xfrm>
        </p:grpSpPr>
        <p:sp>
          <p:nvSpPr>
            <p:cNvPr id="2304" name="Google Shape;2304;p1"/>
            <p:cNvSpPr/>
            <p:nvPr/>
          </p:nvSpPr>
          <p:spPr>
            <a:xfrm flipH="1" rot="-5400000">
              <a:off x="3782880" y="50047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5" name="Google Shape;2305;p1"/>
            <p:cNvSpPr/>
            <p:nvPr/>
          </p:nvSpPr>
          <p:spPr>
            <a:xfrm flipH="1" rot="-5400000">
              <a:off x="4423680" y="4715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6" name="Google Shape;2306;p1"/>
            <p:cNvSpPr/>
            <p:nvPr/>
          </p:nvSpPr>
          <p:spPr>
            <a:xfrm flipH="1" rot="-5400000">
              <a:off x="4448160" y="473976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7" name="Google Shape;2307;p1"/>
            <p:cNvSpPr/>
            <p:nvPr/>
          </p:nvSpPr>
          <p:spPr>
            <a:xfrm flipH="1" rot="-5400000">
              <a:off x="4523400" y="41194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8" name="Google Shape;2308;p1"/>
            <p:cNvSpPr/>
            <p:nvPr/>
          </p:nvSpPr>
          <p:spPr>
            <a:xfrm flipH="1" rot="-5400000">
              <a:off x="4547520" y="41436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9" name="Google Shape;2309;p1"/>
            <p:cNvSpPr/>
            <p:nvPr/>
          </p:nvSpPr>
          <p:spPr>
            <a:xfrm flipH="1" rot="-5400000">
              <a:off x="3990240" y="528624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10" name="Google Shape;2310;p1"/>
          <p:cNvGrpSpPr/>
          <p:nvPr/>
        </p:nvGrpSpPr>
        <p:grpSpPr>
          <a:xfrm>
            <a:off x="2194920" y="779040"/>
            <a:ext cx="552600" cy="98640"/>
            <a:chOff x="2194920" y="779040"/>
            <a:chExt cx="552600" cy="98640"/>
          </a:xfrm>
        </p:grpSpPr>
        <p:sp>
          <p:nvSpPr>
            <p:cNvPr id="2311" name="Google Shape;2311;p1"/>
            <p:cNvSpPr/>
            <p:nvPr/>
          </p:nvSpPr>
          <p:spPr>
            <a:xfrm rot="5400000">
              <a:off x="2648880" y="7790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2" name="Google Shape;2312;p1"/>
            <p:cNvSpPr/>
            <p:nvPr/>
          </p:nvSpPr>
          <p:spPr>
            <a:xfrm rot="5400000">
              <a:off x="2675160" y="80604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3" name="Google Shape;2313;p1"/>
            <p:cNvSpPr/>
            <p:nvPr/>
          </p:nvSpPr>
          <p:spPr>
            <a:xfrm rot="5400000">
              <a:off x="2194920" y="7822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4" name="Google Shape;2314;p1"/>
            <p:cNvSpPr/>
            <p:nvPr/>
          </p:nvSpPr>
          <p:spPr>
            <a:xfrm rot="5400000">
              <a:off x="2218680" y="8060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5" name="Google Shape;2315;p1"/>
            <p:cNvSpPr/>
            <p:nvPr/>
          </p:nvSpPr>
          <p:spPr>
            <a:xfrm rot="5400000">
              <a:off x="2470680" y="6433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16" name="Google Shape;2316;p1"/>
          <p:cNvGrpSpPr/>
          <p:nvPr/>
        </p:nvGrpSpPr>
        <p:grpSpPr>
          <a:xfrm>
            <a:off x="4505040" y="564480"/>
            <a:ext cx="1105920" cy="133920"/>
            <a:chOff x="4505040" y="564480"/>
            <a:chExt cx="1105920" cy="133920"/>
          </a:xfrm>
        </p:grpSpPr>
        <p:grpSp>
          <p:nvGrpSpPr>
            <p:cNvPr id="2317" name="Google Shape;2317;p1"/>
            <p:cNvGrpSpPr/>
            <p:nvPr/>
          </p:nvGrpSpPr>
          <p:grpSpPr>
            <a:xfrm>
              <a:off x="4505040" y="647640"/>
              <a:ext cx="883080" cy="50760"/>
              <a:chOff x="4505040" y="647640"/>
              <a:chExt cx="883080" cy="50760"/>
            </a:xfrm>
          </p:grpSpPr>
          <p:sp>
            <p:nvSpPr>
              <p:cNvPr id="2318" name="Google Shape;2318;p1"/>
              <p:cNvSpPr/>
              <p:nvPr/>
            </p:nvSpPr>
            <p:spPr>
              <a:xfrm>
                <a:off x="45050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19" name="Google Shape;2319;p1"/>
              <p:cNvSpPr/>
              <p:nvPr/>
            </p:nvSpPr>
            <p:spPr>
              <a:xfrm>
                <a:off x="45975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0" name="Google Shape;2320;p1"/>
              <p:cNvSpPr/>
              <p:nvPr/>
            </p:nvSpPr>
            <p:spPr>
              <a:xfrm>
                <a:off x="469008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1" name="Google Shape;2321;p1"/>
              <p:cNvSpPr/>
              <p:nvPr/>
            </p:nvSpPr>
            <p:spPr>
              <a:xfrm>
                <a:off x="478260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2" name="Google Shape;2322;p1"/>
              <p:cNvSpPr/>
              <p:nvPr/>
            </p:nvSpPr>
            <p:spPr>
              <a:xfrm>
                <a:off x="48751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3" name="Google Shape;2323;p1"/>
              <p:cNvSpPr/>
              <p:nvPr/>
            </p:nvSpPr>
            <p:spPr>
              <a:xfrm>
                <a:off x="49676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4" name="Google Shape;2324;p1"/>
              <p:cNvSpPr/>
              <p:nvPr/>
            </p:nvSpPr>
            <p:spPr>
              <a:xfrm>
                <a:off x="50601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5" name="Google Shape;2325;p1"/>
              <p:cNvSpPr/>
              <p:nvPr/>
            </p:nvSpPr>
            <p:spPr>
              <a:xfrm>
                <a:off x="51523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6" name="Google Shape;2326;p1"/>
              <p:cNvSpPr/>
              <p:nvPr/>
            </p:nvSpPr>
            <p:spPr>
              <a:xfrm>
                <a:off x="52448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7" name="Google Shape;2327;p1"/>
              <p:cNvSpPr/>
              <p:nvPr/>
            </p:nvSpPr>
            <p:spPr>
              <a:xfrm>
                <a:off x="53373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328" name="Google Shape;2328;p1"/>
            <p:cNvGrpSpPr/>
            <p:nvPr/>
          </p:nvGrpSpPr>
          <p:grpSpPr>
            <a:xfrm>
              <a:off x="4727880" y="564480"/>
              <a:ext cx="883080" cy="50760"/>
              <a:chOff x="4727880" y="564480"/>
              <a:chExt cx="883080" cy="50760"/>
            </a:xfrm>
          </p:grpSpPr>
          <p:sp>
            <p:nvSpPr>
              <p:cNvPr id="2329" name="Google Shape;2329;p1"/>
              <p:cNvSpPr/>
              <p:nvPr/>
            </p:nvSpPr>
            <p:spPr>
              <a:xfrm>
                <a:off x="47278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0" name="Google Shape;2330;p1"/>
              <p:cNvSpPr/>
              <p:nvPr/>
            </p:nvSpPr>
            <p:spPr>
              <a:xfrm>
                <a:off x="48204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1" name="Google Shape;2331;p1"/>
              <p:cNvSpPr/>
              <p:nvPr/>
            </p:nvSpPr>
            <p:spPr>
              <a:xfrm>
                <a:off x="49129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2" name="Google Shape;2332;p1"/>
              <p:cNvSpPr/>
              <p:nvPr/>
            </p:nvSpPr>
            <p:spPr>
              <a:xfrm>
                <a:off x="50054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3" name="Google Shape;2333;p1"/>
              <p:cNvSpPr/>
              <p:nvPr/>
            </p:nvSpPr>
            <p:spPr>
              <a:xfrm>
                <a:off x="50976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4" name="Google Shape;2334;p1"/>
              <p:cNvSpPr/>
              <p:nvPr/>
            </p:nvSpPr>
            <p:spPr>
              <a:xfrm>
                <a:off x="51901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5" name="Google Shape;2335;p1"/>
              <p:cNvSpPr/>
              <p:nvPr/>
            </p:nvSpPr>
            <p:spPr>
              <a:xfrm>
                <a:off x="52826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6" name="Google Shape;2336;p1"/>
              <p:cNvSpPr/>
              <p:nvPr/>
            </p:nvSpPr>
            <p:spPr>
              <a:xfrm>
                <a:off x="537516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7" name="Google Shape;2337;p1"/>
              <p:cNvSpPr/>
              <p:nvPr/>
            </p:nvSpPr>
            <p:spPr>
              <a:xfrm>
                <a:off x="54676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8" name="Google Shape;2338;p1"/>
              <p:cNvSpPr/>
              <p:nvPr/>
            </p:nvSpPr>
            <p:spPr>
              <a:xfrm>
                <a:off x="55602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339" name="Google Shape;2339;p1"/>
          <p:cNvGrpSpPr/>
          <p:nvPr/>
        </p:nvGrpSpPr>
        <p:grpSpPr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2340" name="Google Shape;2340;p1"/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1" name="Google Shape;2341;p1"/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2" name="Google Shape;2342;p1"/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3" name="Google Shape;2343;p1"/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4" name="Google Shape;2344;p1"/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5" name="Google Shape;2345;p1"/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6" name="Google Shape;2346;p1"/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7" name="Google Shape;2347;p1"/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8" name="Google Shape;2348;p1"/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9" name="Google Shape;2349;p1"/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0" name="Google Shape;2350;p1"/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1" name="Google Shape;2351;p1"/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2" name="Google Shape;2352;p1"/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3" name="Google Shape;2353;p1"/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354" name="Google Shape;2354;p1"/>
          <p:cNvSpPr txBox="1"/>
          <p:nvPr>
            <p:ph type="title"/>
          </p:nvPr>
        </p:nvSpPr>
        <p:spPr>
          <a:xfrm>
            <a:off x="1314360" y="1133640"/>
            <a:ext cx="6505200" cy="19998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00"/>
              <a:buFont typeface="Exo"/>
              <a:buNone/>
            </a:pPr>
            <a:r>
              <a:rPr b="1" lang="en-US" sz="5800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rPr>
              <a:t>Distributed Task </a:t>
            </a:r>
            <a:endParaRPr b="1" sz="5800">
              <a:solidFill>
                <a:schemeClr val="accent2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00"/>
              <a:buFont typeface="Exo"/>
              <a:buNone/>
            </a:pPr>
            <a:r>
              <a:rPr b="1" lang="en-US" sz="50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Execution System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2"/>
          <p:cNvSpPr txBox="1"/>
          <p:nvPr>
            <p:ph type="title"/>
          </p:nvPr>
        </p:nvSpPr>
        <p:spPr>
          <a:xfrm>
            <a:off x="714178" y="332798"/>
            <a:ext cx="4400400" cy="1200000"/>
          </a:xfrm>
          <a:prstGeom prst="rect">
            <a:avLst/>
          </a:prstGeom>
          <a:noFill/>
          <a:ln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</a:pPr>
            <a:r>
              <a:rPr b="1" lang="en-US" sz="32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System</a:t>
            </a:r>
            <a:r>
              <a:rPr b="1" lang="en-US"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Problem</a:t>
            </a:r>
            <a:r>
              <a:rPr b="1" lang="en-US" sz="32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3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0" name="Google Shape;2360;p2"/>
          <p:cNvSpPr txBox="1"/>
          <p:nvPr>
            <p:ph idx="1" type="subTitle"/>
          </p:nvPr>
        </p:nvSpPr>
        <p:spPr>
          <a:xfrm>
            <a:off x="571324" y="1467394"/>
            <a:ext cx="5866500" cy="3125700"/>
          </a:xfrm>
          <a:prstGeom prst="rect">
            <a:avLst/>
          </a:prstGeom>
          <a:noFill/>
          <a:ln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</a:rPr>
              <a:t>Desired System Behavior: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Multiple laptops sharing work equally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Balanced load across all machines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No single point of failure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Automatic task distribution</a:t>
            </a:r>
            <a:endParaRPr b="1"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FFFFF"/>
                </a:solidFill>
              </a:rPr>
              <a:t>Ideally, all machines in a network should share work dynamically. Tasks should go to the least loaded system, and the system should continue even if one node fails.</a:t>
            </a:r>
            <a:endParaRPr b="1" sz="1200">
              <a:solidFill>
                <a:srgbClr val="8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T Sans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61" name="Google Shape;2361;p2"/>
          <p:cNvSpPr/>
          <p:nvPr/>
        </p:nvSpPr>
        <p:spPr>
          <a:xfrm>
            <a:off x="6165255" y="1333010"/>
            <a:ext cx="2727300" cy="27300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657360" rotWithShape="0" algn="bl">
              <a:schemeClr val="accent2">
                <a:alpha val="40000"/>
              </a:scheme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362" name="Google Shape;2362;p2"/>
          <p:cNvSpPr/>
          <p:nvPr/>
        </p:nvSpPr>
        <p:spPr>
          <a:xfrm>
            <a:off x="-1419120" y="4200480"/>
            <a:ext cx="1990440" cy="66240"/>
          </a:xfrm>
          <a:prstGeom prst="rect">
            <a:avLst/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700000" scaled="0"/>
          </a:gradFill>
          <a:ln>
            <a:noFill/>
          </a:ln>
        </p:spPr>
        <p:txBody>
          <a:bodyPr anchorCtr="0" anchor="t" bIns="33100" lIns="870823075" spcFirstLastPara="1" rIns="870823075" wrap="square" tIns="33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3" name="Google Shape;2363;p2"/>
          <p:cNvSpPr/>
          <p:nvPr/>
        </p:nvSpPr>
        <p:spPr>
          <a:xfrm>
            <a:off x="-1114560" y="3924360"/>
            <a:ext cx="1990440" cy="66240"/>
          </a:xfrm>
          <a:prstGeom prst="rect">
            <a:avLst/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700000" scaled="0"/>
          </a:gradFill>
          <a:ln>
            <a:noFill/>
          </a:ln>
        </p:spPr>
        <p:txBody>
          <a:bodyPr anchorCtr="0" anchor="t" bIns="33100" lIns="870823075" spcFirstLastPara="1" rIns="870823075" wrap="square" tIns="33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4" name="Google Shape;2364;p2"/>
          <p:cNvGrpSpPr/>
          <p:nvPr/>
        </p:nvGrpSpPr>
        <p:grpSpPr>
          <a:xfrm>
            <a:off x="7807800" y="3617640"/>
            <a:ext cx="883080" cy="241560"/>
            <a:chOff x="7471800" y="3617640"/>
            <a:chExt cx="883080" cy="241560"/>
          </a:xfrm>
        </p:grpSpPr>
        <p:sp>
          <p:nvSpPr>
            <p:cNvPr id="2365" name="Google Shape;2365;p2"/>
            <p:cNvSpPr/>
            <p:nvPr/>
          </p:nvSpPr>
          <p:spPr>
            <a:xfrm rot="10800000">
              <a:off x="8202960" y="36176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6" name="Google Shape;2366;p2"/>
            <p:cNvSpPr/>
            <p:nvPr/>
          </p:nvSpPr>
          <p:spPr>
            <a:xfrm rot="10800000">
              <a:off x="8056800" y="36176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7" name="Google Shape;2367;p2"/>
            <p:cNvSpPr/>
            <p:nvPr/>
          </p:nvSpPr>
          <p:spPr>
            <a:xfrm rot="10800000">
              <a:off x="7910640" y="3617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8" name="Google Shape;2368;p2"/>
            <p:cNvSpPr/>
            <p:nvPr/>
          </p:nvSpPr>
          <p:spPr>
            <a:xfrm rot="10800000">
              <a:off x="7764480" y="3617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9" name="Google Shape;2369;p2"/>
            <p:cNvSpPr/>
            <p:nvPr/>
          </p:nvSpPr>
          <p:spPr>
            <a:xfrm rot="10800000">
              <a:off x="7618320" y="3617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0" name="Google Shape;2370;p2"/>
            <p:cNvSpPr/>
            <p:nvPr/>
          </p:nvSpPr>
          <p:spPr>
            <a:xfrm rot="10800000">
              <a:off x="7471800" y="3617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71" name="Google Shape;2371;p2"/>
          <p:cNvGrpSpPr/>
          <p:nvPr/>
        </p:nvGrpSpPr>
        <p:grpSpPr>
          <a:xfrm>
            <a:off x="2118600" y="412560"/>
            <a:ext cx="552600" cy="98640"/>
            <a:chOff x="2118600" y="412560"/>
            <a:chExt cx="552600" cy="98640"/>
          </a:xfrm>
        </p:grpSpPr>
        <p:sp>
          <p:nvSpPr>
            <p:cNvPr id="2372" name="Google Shape;2372;p2"/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3" name="Google Shape;2373;p2"/>
            <p:cNvSpPr/>
            <p:nvPr/>
          </p:nvSpPr>
          <p:spPr>
            <a:xfrm rot="5400000">
              <a:off x="2599200" y="43956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4" name="Google Shape;2374;p2"/>
            <p:cNvSpPr/>
            <p:nvPr/>
          </p:nvSpPr>
          <p:spPr>
            <a:xfrm rot="5400000">
              <a:off x="2118600" y="4154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5" name="Google Shape;2375;p2"/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6" name="Google Shape;2376;p2"/>
            <p:cNvSpPr/>
            <p:nvPr/>
          </p:nvSpPr>
          <p:spPr>
            <a:xfrm rot="5400000">
              <a:off x="2394720" y="27648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77" name="Google Shape;2377;p2"/>
          <p:cNvGrpSpPr/>
          <p:nvPr/>
        </p:nvGrpSpPr>
        <p:grpSpPr>
          <a:xfrm>
            <a:off x="3397570" y="4763290"/>
            <a:ext cx="882720" cy="241560"/>
            <a:chOff x="2596320" y="4298040"/>
            <a:chExt cx="882720" cy="241560"/>
          </a:xfrm>
        </p:grpSpPr>
        <p:sp>
          <p:nvSpPr>
            <p:cNvPr id="2378" name="Google Shape;2378;p2"/>
            <p:cNvSpPr/>
            <p:nvPr/>
          </p:nvSpPr>
          <p:spPr>
            <a:xfrm>
              <a:off x="2596320" y="42980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9" name="Google Shape;2379;p2"/>
            <p:cNvSpPr/>
            <p:nvPr/>
          </p:nvSpPr>
          <p:spPr>
            <a:xfrm>
              <a:off x="2743560" y="42980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0" name="Google Shape;2380;p2"/>
            <p:cNvSpPr/>
            <p:nvPr/>
          </p:nvSpPr>
          <p:spPr>
            <a:xfrm>
              <a:off x="2889720" y="4298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1" name="Google Shape;2381;p2"/>
            <p:cNvSpPr/>
            <p:nvPr/>
          </p:nvSpPr>
          <p:spPr>
            <a:xfrm>
              <a:off x="3036240" y="4298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2" name="Google Shape;2382;p2"/>
            <p:cNvSpPr/>
            <p:nvPr/>
          </p:nvSpPr>
          <p:spPr>
            <a:xfrm>
              <a:off x="3182400" y="4298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3" name="Google Shape;2383;p2"/>
            <p:cNvSpPr/>
            <p:nvPr/>
          </p:nvSpPr>
          <p:spPr>
            <a:xfrm>
              <a:off x="3328560" y="4298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84" name="Google Shape;2384;p2"/>
          <p:cNvGrpSpPr/>
          <p:nvPr/>
        </p:nvGrpSpPr>
        <p:grpSpPr>
          <a:xfrm>
            <a:off x="4762080" y="4298040"/>
            <a:ext cx="1105920" cy="133560"/>
            <a:chOff x="4762080" y="4298040"/>
            <a:chExt cx="1105920" cy="133560"/>
          </a:xfrm>
        </p:grpSpPr>
        <p:grpSp>
          <p:nvGrpSpPr>
            <p:cNvPr id="2385" name="Google Shape;2385;p2"/>
            <p:cNvGrpSpPr/>
            <p:nvPr/>
          </p:nvGrpSpPr>
          <p:grpSpPr>
            <a:xfrm>
              <a:off x="4762080" y="4380840"/>
              <a:ext cx="883080" cy="50760"/>
              <a:chOff x="4762080" y="4380840"/>
              <a:chExt cx="883080" cy="50760"/>
            </a:xfrm>
          </p:grpSpPr>
          <p:sp>
            <p:nvSpPr>
              <p:cNvPr id="2386" name="Google Shape;2386;p2"/>
              <p:cNvSpPr/>
              <p:nvPr/>
            </p:nvSpPr>
            <p:spPr>
              <a:xfrm>
                <a:off x="47620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87" name="Google Shape;2387;p2"/>
              <p:cNvSpPr/>
              <p:nvPr/>
            </p:nvSpPr>
            <p:spPr>
              <a:xfrm>
                <a:off x="48546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88" name="Google Shape;2388;p2"/>
              <p:cNvSpPr/>
              <p:nvPr/>
            </p:nvSpPr>
            <p:spPr>
              <a:xfrm>
                <a:off x="494712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89" name="Google Shape;2389;p2"/>
              <p:cNvSpPr/>
              <p:nvPr/>
            </p:nvSpPr>
            <p:spPr>
              <a:xfrm>
                <a:off x="50396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0" name="Google Shape;2390;p2"/>
              <p:cNvSpPr/>
              <p:nvPr/>
            </p:nvSpPr>
            <p:spPr>
              <a:xfrm>
                <a:off x="51321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1" name="Google Shape;2391;p2"/>
              <p:cNvSpPr/>
              <p:nvPr/>
            </p:nvSpPr>
            <p:spPr>
              <a:xfrm>
                <a:off x="52246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2" name="Google Shape;2392;p2"/>
              <p:cNvSpPr/>
              <p:nvPr/>
            </p:nvSpPr>
            <p:spPr>
              <a:xfrm>
                <a:off x="53168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3" name="Google Shape;2393;p2"/>
              <p:cNvSpPr/>
              <p:nvPr/>
            </p:nvSpPr>
            <p:spPr>
              <a:xfrm>
                <a:off x="54093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4" name="Google Shape;2394;p2"/>
              <p:cNvSpPr/>
              <p:nvPr/>
            </p:nvSpPr>
            <p:spPr>
              <a:xfrm>
                <a:off x="55018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5" name="Google Shape;2395;p2"/>
              <p:cNvSpPr/>
              <p:nvPr/>
            </p:nvSpPr>
            <p:spPr>
              <a:xfrm>
                <a:off x="55944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396" name="Google Shape;2396;p2"/>
            <p:cNvGrpSpPr/>
            <p:nvPr/>
          </p:nvGrpSpPr>
          <p:grpSpPr>
            <a:xfrm>
              <a:off x="4984920" y="4298040"/>
              <a:ext cx="883080" cy="50760"/>
              <a:chOff x="4984920" y="4298040"/>
              <a:chExt cx="883080" cy="50760"/>
            </a:xfrm>
          </p:grpSpPr>
          <p:sp>
            <p:nvSpPr>
              <p:cNvPr id="2397" name="Google Shape;2397;p2"/>
              <p:cNvSpPr/>
              <p:nvPr/>
            </p:nvSpPr>
            <p:spPr>
              <a:xfrm>
                <a:off x="49849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8" name="Google Shape;2398;p2"/>
              <p:cNvSpPr/>
              <p:nvPr/>
            </p:nvSpPr>
            <p:spPr>
              <a:xfrm>
                <a:off x="50774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99" name="Google Shape;2399;p2"/>
              <p:cNvSpPr/>
              <p:nvPr/>
            </p:nvSpPr>
            <p:spPr>
              <a:xfrm>
                <a:off x="51699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0" name="Google Shape;2400;p2"/>
              <p:cNvSpPr/>
              <p:nvPr/>
            </p:nvSpPr>
            <p:spPr>
              <a:xfrm>
                <a:off x="52621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1" name="Google Shape;2401;p2"/>
              <p:cNvSpPr/>
              <p:nvPr/>
            </p:nvSpPr>
            <p:spPr>
              <a:xfrm>
                <a:off x="53546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2" name="Google Shape;2402;p2"/>
              <p:cNvSpPr/>
              <p:nvPr/>
            </p:nvSpPr>
            <p:spPr>
              <a:xfrm>
                <a:off x="54471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3" name="Google Shape;2403;p2"/>
              <p:cNvSpPr/>
              <p:nvPr/>
            </p:nvSpPr>
            <p:spPr>
              <a:xfrm>
                <a:off x="553968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4" name="Google Shape;2404;p2"/>
              <p:cNvSpPr/>
              <p:nvPr/>
            </p:nvSpPr>
            <p:spPr>
              <a:xfrm>
                <a:off x="563220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5" name="Google Shape;2405;p2"/>
              <p:cNvSpPr/>
              <p:nvPr/>
            </p:nvSpPr>
            <p:spPr>
              <a:xfrm>
                <a:off x="57247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06" name="Google Shape;2406;p2"/>
              <p:cNvSpPr/>
              <p:nvPr/>
            </p:nvSpPr>
            <p:spPr>
              <a:xfrm>
                <a:off x="58172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g3d563dc851c_0_28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Drawbacks previously: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12" name="Google Shape;2412;g3d563dc851c_0_28"/>
          <p:cNvSpPr/>
          <p:nvPr/>
        </p:nvSpPr>
        <p:spPr>
          <a:xfrm>
            <a:off x="476405" y="1052170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</a:rPr>
              <a:t>❌ </a:t>
            </a:r>
            <a:r>
              <a:rPr b="1" lang="en-US" sz="1300">
                <a:solidFill>
                  <a:schemeClr val="accent2"/>
                </a:solidFill>
              </a:rPr>
              <a:t>No Decentralized Architecture</a:t>
            </a:r>
            <a:endParaRPr b="1" sz="1300">
              <a:solidFill>
                <a:schemeClr val="accen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Single point of failure (master crash = system down)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Poor scalability &amp; bottleneck at central node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</a:rPr>
              <a:t>❌</a:t>
            </a:r>
            <a:r>
              <a:rPr b="1" lang="en-US" sz="1300">
                <a:solidFill>
                  <a:schemeClr val="accent2"/>
                </a:solidFill>
              </a:rPr>
              <a:t> No UDP Gossip (Load Sharing)</a:t>
            </a:r>
            <a:endParaRPr b="1" sz="1300">
              <a:solidFill>
                <a:schemeClr val="accen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No real-time load info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Wrong worker selection → slower execution</a:t>
            </a:r>
            <a:r>
              <a:rPr lang="en-US" sz="1100">
                <a:solidFill>
                  <a:schemeClr val="dk1"/>
                </a:solidFill>
              </a:rPr>
              <a:t>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g3d563dc851c_0_23"/>
          <p:cNvSpPr/>
          <p:nvPr/>
        </p:nvSpPr>
        <p:spPr>
          <a:xfrm>
            <a:off x="825325" y="323177"/>
            <a:ext cx="81912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</a:rPr>
              <a:t>❌</a:t>
            </a:r>
            <a:r>
              <a:rPr b="1" lang="en-US" sz="1300">
                <a:solidFill>
                  <a:srgbClr val="8FFFFF"/>
                </a:solidFill>
              </a:rPr>
              <a:t> No Fault Tolerance</a:t>
            </a:r>
            <a:endParaRPr b="1" sz="1300">
              <a:solidFill>
                <a:srgbClr val="8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Task lost if node crashes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No recovery or retry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</a:rPr>
              <a:t>❌</a:t>
            </a:r>
            <a:r>
              <a:rPr b="1" lang="en-US" sz="1300">
                <a:solidFill>
                  <a:schemeClr val="accent2"/>
                </a:solidFill>
              </a:rPr>
              <a:t> No Timeout Mechanism</a:t>
            </a:r>
            <a:endParaRPr b="1" sz="1300">
              <a:solidFill>
                <a:schemeClr val="accen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Infinite loops freeze system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Resource blocking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</a:rPr>
              <a:t>❌ </a:t>
            </a:r>
            <a:r>
              <a:rPr b="1" lang="en-US" sz="1300">
                <a:solidFill>
                  <a:schemeClr val="accent2"/>
                </a:solidFill>
              </a:rPr>
              <a:t>No Proper Network Config (Firewall)</a:t>
            </a:r>
            <a:endParaRPr b="1" sz="1300">
              <a:solidFill>
                <a:schemeClr val="accen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Nodes can’t connect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System fails to operate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g3de04c821e3_0_102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Objectives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23" name="Google Shape;2423;g3de04c821e3_0_102"/>
          <p:cNvSpPr/>
          <p:nvPr/>
        </p:nvSpPr>
        <p:spPr>
          <a:xfrm>
            <a:off x="476280" y="1428470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Eliminate single point of failure (fully decentralized)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Dynamically distribute tasks based on system load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Use UDP gossip protocol for load sharing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Use TCP for reliable execution + result transfer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Implement fault tolerance (node crash recovery)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Prevent system freeze using timeout (infinite loop protection)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Ensure real-time execution (no unnecessary delays)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Also disabling firewall to ensure any device can participate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8FFFFF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7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8" name="Google Shape;2428;g3d563dc851c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417050"/>
            <a:ext cx="6739976" cy="449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2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433;p4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PROPOSED SOLUTION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34" name="Google Shape;2434;p4"/>
          <p:cNvSpPr/>
          <p:nvPr/>
        </p:nvSpPr>
        <p:spPr>
          <a:xfrm>
            <a:off x="476280" y="1530345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FFFFF"/>
                </a:solidFill>
              </a:rPr>
              <a:t>“Decentralized P2P Task Execution System”</a:t>
            </a:r>
            <a:endParaRPr sz="2000">
              <a:solidFill>
                <a:srgbClr val="8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8FFF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Fully decentralized architecture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Every node = client + server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Dynamic load-based execution</a:t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8FFFFF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g3de04c821e3_0_111"/>
          <p:cNvSpPr/>
          <p:nvPr/>
        </p:nvSpPr>
        <p:spPr>
          <a:xfrm>
            <a:off x="476405" y="95705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Architecture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440" name="Google Shape;2440;g3de04c821e3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676" y="4440955"/>
            <a:ext cx="866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1" name="Google Shape;2441;g3de04c821e3_0_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2900" y="-648125"/>
            <a:ext cx="3401775" cy="588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2" name="Google Shape;2442;g3de04c821e3_0_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1025" y="4943480"/>
            <a:ext cx="11715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6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8FFFFF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KEY FEATURES</a:t>
            </a:r>
            <a:endParaRPr b="1" sz="2800">
              <a:solidFill>
                <a:srgbClr val="8FFFFF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48" name="Google Shape;2448;p5"/>
          <p:cNvSpPr/>
          <p:nvPr/>
        </p:nvSpPr>
        <p:spPr>
          <a:xfrm>
            <a:off x="476218" y="1527145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8FFFFF"/>
                </a:solidFill>
                <a:latin typeface="Roboto Mono"/>
                <a:ea typeface="Roboto Mono"/>
                <a:cs typeface="Roboto Mono"/>
                <a:sym typeface="Roboto Mono"/>
              </a:rPr>
              <a:t>1.</a:t>
            </a:r>
            <a:r>
              <a:rPr lang="en-US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Gossip-based load sharing (UDP)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8FFFFF"/>
                </a:solidFill>
                <a:latin typeface="Roboto Mono"/>
                <a:ea typeface="Roboto Mono"/>
                <a:cs typeface="Roboto Mono"/>
                <a:sym typeface="Roboto Mono"/>
              </a:rPr>
              <a:t>2.</a:t>
            </a:r>
            <a:r>
              <a:rPr lang="en-US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Load-aware scheduling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8FFFFF"/>
                </a:solidFill>
                <a:latin typeface="Roboto Mono"/>
                <a:ea typeface="Roboto Mono"/>
                <a:cs typeface="Roboto Mono"/>
                <a:sym typeface="Roboto Mono"/>
              </a:rPr>
              <a:t>3.</a:t>
            </a:r>
            <a:r>
              <a:rPr lang="en-US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Fault tolerance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8FFFFF"/>
                </a:solidFill>
                <a:latin typeface="Roboto Mono"/>
                <a:ea typeface="Roboto Mono"/>
                <a:cs typeface="Roboto Mono"/>
                <a:sym typeface="Roboto Mono"/>
              </a:rPr>
              <a:t>4.</a:t>
            </a:r>
            <a:r>
              <a:rPr lang="en-US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Infinite loop protection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8FFFFF"/>
                </a:solidFill>
                <a:latin typeface="Roboto Mono"/>
                <a:ea typeface="Roboto Mono"/>
                <a:cs typeface="Roboto Mono"/>
                <a:sym typeface="Roboto Mono"/>
              </a:rPr>
              <a:t>5.</a:t>
            </a:r>
            <a:r>
              <a:rPr lang="en-US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Real-time execution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8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p9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SYSTEM ARCHITECTURE</a:t>
            </a: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54" name="Google Shape;2454;p9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Node A ↔ Node B ↔ Node C ↔ Node D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3 components: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FFFFF"/>
                </a:solidFill>
                <a:latin typeface="PT Sans"/>
                <a:ea typeface="PT Sans"/>
                <a:cs typeface="PT Sans"/>
                <a:sym typeface="PT Sans"/>
              </a:rPr>
              <a:t>1</a:t>
            </a:r>
            <a:r>
              <a:rPr lang="en-US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.Gossip Sender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FFFFF"/>
                </a:solidFill>
                <a:latin typeface="PT Sans"/>
                <a:ea typeface="PT Sans"/>
                <a:cs typeface="PT Sans"/>
                <a:sym typeface="PT Sans"/>
              </a:rPr>
              <a:t>2.</a:t>
            </a:r>
            <a:r>
              <a:rPr lang="en-US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Gossip Listener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8FFFFF"/>
                </a:solidFill>
                <a:latin typeface="PT Sans"/>
                <a:ea typeface="PT Sans"/>
                <a:cs typeface="PT Sans"/>
                <a:sym typeface="PT Sans"/>
              </a:rPr>
              <a:t>3.</a:t>
            </a:r>
            <a:r>
              <a:rPr lang="en-US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Task Server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FFFFF"/>
                </a:solidFill>
                <a:latin typeface="PT Sans"/>
                <a:ea typeface="PT Sans"/>
                <a:cs typeface="PT Sans"/>
                <a:sym typeface="PT Sans"/>
              </a:rPr>
              <a:t>Each node runs three parallel services: one to send load, one to receive load, and one to execute tasks.</a:t>
            </a:r>
            <a:endParaRPr sz="1200">
              <a:solidFill>
                <a:srgbClr val="8FFFF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g3d563dc851c_0_0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8FFFFF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TECHNOLOGIES USED</a:t>
            </a:r>
            <a:endParaRPr b="1" sz="2800">
              <a:solidFill>
                <a:srgbClr val="8FFFFF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460" name="Google Shape;2460;g3d563dc851c_0_0" title="Create a clean, minimal educational visual explaining C++ escape sequences. - visual selection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00" y="1027300"/>
            <a:ext cx="8839201" cy="341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1" name="Google Shape;2461;g3d563dc851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0500" y="4073150"/>
            <a:ext cx="1104900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g3de04c821e3_0_79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800">
              <a:solidFill>
                <a:srgbClr val="8FFFFF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8FFFFF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FAILURE HANDLING </a:t>
            </a:r>
            <a:endParaRPr b="1" sz="2800">
              <a:solidFill>
                <a:srgbClr val="8FFFFF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800">
              <a:solidFill>
                <a:srgbClr val="8FFFFF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67" name="Google Shape;2467;g3de04c821e3_0_79"/>
          <p:cNvSpPr/>
          <p:nvPr/>
        </p:nvSpPr>
        <p:spPr>
          <a:xfrm>
            <a:off x="476280" y="1905120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-US" sz="1700">
                <a:solidFill>
                  <a:srgbClr val="FFFFFF"/>
                </a:solidFill>
                <a:highlight>
                  <a:srgbClr val="353535"/>
                </a:highlight>
              </a:rPr>
              <a:t>Crash detection</a:t>
            </a:r>
            <a:endParaRPr sz="1700">
              <a:solidFill>
                <a:srgbClr val="FFFFFF"/>
              </a:solidFill>
              <a:highlight>
                <a:srgbClr val="353535"/>
              </a:highlight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-US" sz="1700">
                <a:solidFill>
                  <a:srgbClr val="FFFFFF"/>
                </a:solidFill>
                <a:highlight>
                  <a:srgbClr val="353535"/>
                </a:highlight>
              </a:rPr>
              <a:t>Retry mechanism</a:t>
            </a:r>
            <a:endParaRPr sz="1700">
              <a:solidFill>
                <a:srgbClr val="FFFFFF"/>
              </a:solidFill>
              <a:highlight>
                <a:srgbClr val="353535"/>
              </a:highlight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-US" sz="1700">
                <a:solidFill>
                  <a:srgbClr val="FFFFFF"/>
                </a:solidFill>
                <a:highlight>
                  <a:srgbClr val="353535"/>
                </a:highlight>
              </a:rPr>
              <a:t>Fallback to local execution</a:t>
            </a:r>
            <a:endParaRPr sz="1700">
              <a:solidFill>
                <a:srgbClr val="FFFFFF"/>
              </a:solidFill>
              <a:highlight>
                <a:srgbClr val="353535"/>
              </a:highlight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-US" sz="1700">
                <a:solidFill>
                  <a:srgbClr val="FFFFFF"/>
                </a:solidFill>
                <a:highlight>
                  <a:srgbClr val="353535"/>
                </a:highlight>
              </a:rPr>
              <a:t>Timeout for infinite loops</a:t>
            </a:r>
            <a:endParaRPr sz="1700">
              <a:solidFill>
                <a:srgbClr val="FFFFFF"/>
              </a:solidFill>
              <a:highlight>
                <a:srgbClr val="353535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g3d563dc851c_0_9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8FFFFF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EXECUTION FLOW</a:t>
            </a:r>
            <a:endParaRPr b="1" sz="2800">
              <a:solidFill>
                <a:srgbClr val="8FFFFF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473" name="Google Shape;2473;g3d563dc851c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0375" y="4657730"/>
            <a:ext cx="8096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4" name="Google Shape;2474;g3d563dc851c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5400" y="941375"/>
            <a:ext cx="5604975" cy="4465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5" name="Google Shape;2475;g3d563dc851c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9387" y="1199325"/>
            <a:ext cx="2537000" cy="281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9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g3de04c821e3_0_94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800">
              <a:solidFill>
                <a:srgbClr val="8FFFFF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rgbClr val="8FFFFF"/>
                </a:solidFill>
                <a:latin typeface="Exo"/>
                <a:ea typeface="Exo"/>
                <a:cs typeface="Exo"/>
                <a:sym typeface="Exo"/>
              </a:rPr>
              <a:t>CONCLUSION</a:t>
            </a:r>
            <a:endParaRPr b="1" sz="2800">
              <a:solidFill>
                <a:srgbClr val="8FFFFF"/>
              </a:solidFill>
              <a:latin typeface="Exo"/>
              <a:ea typeface="Exo"/>
              <a:cs typeface="Exo"/>
              <a:sym typeface="Ex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 </a:t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81" name="Google Shape;2481;g3de04c821e3_0_94"/>
          <p:cNvSpPr/>
          <p:nvPr/>
        </p:nvSpPr>
        <p:spPr>
          <a:xfrm>
            <a:off x="476280" y="1905120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1.</a:t>
            </a:r>
            <a:r>
              <a:rPr lang="en-US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Efficient resource utilization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2.</a:t>
            </a:r>
            <a:r>
              <a:rPr lang="en-US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Scalable system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3.</a:t>
            </a:r>
            <a:r>
              <a:rPr lang="en-US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Reliable execution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4.</a:t>
            </a:r>
            <a:r>
              <a:rPr lang="en-US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We tested multiple scenarios including crashes and infinite loops, and the system handled all cases correctly.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g3dd41aa2a51_0_90"/>
          <p:cNvSpPr txBox="1"/>
          <p:nvPr>
            <p:ph idx="1" type="subTitle"/>
          </p:nvPr>
        </p:nvSpPr>
        <p:spPr>
          <a:xfrm>
            <a:off x="1676520" y="3095640"/>
            <a:ext cx="5790900" cy="9141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4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487" name="Google Shape;2487;g3dd41aa2a51_0_90"/>
          <p:cNvGrpSpPr/>
          <p:nvPr/>
        </p:nvGrpSpPr>
        <p:grpSpPr>
          <a:xfrm>
            <a:off x="2131215" y="4336590"/>
            <a:ext cx="882705" cy="241530"/>
            <a:chOff x="2131215" y="4336590"/>
            <a:chExt cx="882705" cy="241530"/>
          </a:xfrm>
        </p:grpSpPr>
        <p:sp>
          <p:nvSpPr>
            <p:cNvPr id="2488" name="Google Shape;2488;g3dd41aa2a51_0_90"/>
            <p:cNvSpPr/>
            <p:nvPr/>
          </p:nvSpPr>
          <p:spPr>
            <a:xfrm rot="10800000">
              <a:off x="2861981" y="4336590"/>
              <a:ext cx="151939" cy="24153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9" name="Google Shape;2489;g3dd41aa2a51_0_90"/>
            <p:cNvSpPr/>
            <p:nvPr/>
          </p:nvSpPr>
          <p:spPr>
            <a:xfrm rot="10800000">
              <a:off x="2716205" y="4336590"/>
              <a:ext cx="150475" cy="24153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0" name="Google Shape;2490;g3dd41aa2a51_0_90"/>
            <p:cNvSpPr/>
            <p:nvPr/>
          </p:nvSpPr>
          <p:spPr>
            <a:xfrm rot="10800000">
              <a:off x="2570055" y="433659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1" name="Google Shape;2491;g3dd41aa2a51_0_90"/>
            <p:cNvSpPr/>
            <p:nvPr/>
          </p:nvSpPr>
          <p:spPr>
            <a:xfrm rot="10800000">
              <a:off x="2423535" y="433659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2" name="Google Shape;2492;g3dd41aa2a51_0_90"/>
            <p:cNvSpPr/>
            <p:nvPr/>
          </p:nvSpPr>
          <p:spPr>
            <a:xfrm rot="10800000">
              <a:off x="2277375" y="433659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3" name="Google Shape;2493;g3dd41aa2a51_0_90"/>
            <p:cNvSpPr/>
            <p:nvPr/>
          </p:nvSpPr>
          <p:spPr>
            <a:xfrm rot="10800000">
              <a:off x="2131215" y="433659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494" name="Google Shape;2494;g3dd41aa2a51_0_90"/>
          <p:cNvGrpSpPr/>
          <p:nvPr/>
        </p:nvGrpSpPr>
        <p:grpSpPr>
          <a:xfrm>
            <a:off x="4423680" y="4119480"/>
            <a:ext cx="296100" cy="1822190"/>
            <a:chOff x="4423680" y="4119480"/>
            <a:chExt cx="296100" cy="1822190"/>
          </a:xfrm>
        </p:grpSpPr>
        <p:sp>
          <p:nvSpPr>
            <p:cNvPr id="2495" name="Google Shape;2495;g3dd41aa2a51_0_90"/>
            <p:cNvSpPr/>
            <p:nvPr/>
          </p:nvSpPr>
          <p:spPr>
            <a:xfrm flipH="1" rot="-5400000">
              <a:off x="3782855" y="5004745"/>
              <a:ext cx="172373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6" name="Google Shape;2496;g3dd41aa2a51_0_90"/>
            <p:cNvSpPr/>
            <p:nvPr/>
          </p:nvSpPr>
          <p:spPr>
            <a:xfrm flipH="1" rot="-5400000">
              <a:off x="4423680" y="4715640"/>
              <a:ext cx="91437" cy="91437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7" name="Google Shape;2497;g3dd41aa2a51_0_90"/>
            <p:cNvSpPr/>
            <p:nvPr/>
          </p:nvSpPr>
          <p:spPr>
            <a:xfrm flipH="1" rot="-5400000">
              <a:off x="4448160" y="473976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8" name="Google Shape;2498;g3dd41aa2a51_0_90"/>
            <p:cNvSpPr/>
            <p:nvPr/>
          </p:nvSpPr>
          <p:spPr>
            <a:xfrm flipH="1" rot="-5400000">
              <a:off x="4523400" y="4119480"/>
              <a:ext cx="91437" cy="91437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9" name="Google Shape;2499;g3dd41aa2a51_0_90"/>
            <p:cNvSpPr/>
            <p:nvPr/>
          </p:nvSpPr>
          <p:spPr>
            <a:xfrm flipH="1" rot="-5400000">
              <a:off x="4547520" y="41436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0" name="Google Shape;2500;g3dd41aa2a51_0_90"/>
            <p:cNvSpPr/>
            <p:nvPr/>
          </p:nvSpPr>
          <p:spPr>
            <a:xfrm flipH="1" rot="-5400000">
              <a:off x="3990225" y="5286255"/>
              <a:ext cx="113439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501" name="Google Shape;2501;g3dd41aa2a51_0_90"/>
          <p:cNvGrpSpPr/>
          <p:nvPr/>
        </p:nvGrpSpPr>
        <p:grpSpPr>
          <a:xfrm>
            <a:off x="2194923" y="779040"/>
            <a:ext cx="552597" cy="98640"/>
            <a:chOff x="2194923" y="779040"/>
            <a:chExt cx="552597" cy="98640"/>
          </a:xfrm>
        </p:grpSpPr>
        <p:sp>
          <p:nvSpPr>
            <p:cNvPr id="2502" name="Google Shape;2502;g3dd41aa2a51_0_90"/>
            <p:cNvSpPr/>
            <p:nvPr/>
          </p:nvSpPr>
          <p:spPr>
            <a:xfrm rot="5400000">
              <a:off x="2648880" y="7790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3" name="Google Shape;2503;g3dd41aa2a51_0_90"/>
            <p:cNvSpPr/>
            <p:nvPr/>
          </p:nvSpPr>
          <p:spPr>
            <a:xfrm rot="5400000">
              <a:off x="2675161" y="806041"/>
              <a:ext cx="46080" cy="42838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4" name="Google Shape;2504;g3dd41aa2a51_0_90"/>
            <p:cNvSpPr/>
            <p:nvPr/>
          </p:nvSpPr>
          <p:spPr>
            <a:xfrm rot="5400000">
              <a:off x="2194923" y="782280"/>
              <a:ext cx="91437" cy="91437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5" name="Google Shape;2505;g3dd41aa2a51_0_90"/>
            <p:cNvSpPr/>
            <p:nvPr/>
          </p:nvSpPr>
          <p:spPr>
            <a:xfrm rot="5400000">
              <a:off x="2218680" y="8060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6" name="Google Shape;2506;g3dd41aa2a51_0_90"/>
            <p:cNvSpPr/>
            <p:nvPr/>
          </p:nvSpPr>
          <p:spPr>
            <a:xfrm rot="5400000">
              <a:off x="2470677" y="643317"/>
              <a:ext cx="360" cy="358206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507" name="Google Shape;2507;g3dd41aa2a51_0_90"/>
          <p:cNvGrpSpPr/>
          <p:nvPr/>
        </p:nvGrpSpPr>
        <p:grpSpPr>
          <a:xfrm>
            <a:off x="4505040" y="564480"/>
            <a:ext cx="1105860" cy="133860"/>
            <a:chOff x="4505040" y="564480"/>
            <a:chExt cx="1105860" cy="133860"/>
          </a:xfrm>
        </p:grpSpPr>
        <p:grpSp>
          <p:nvGrpSpPr>
            <p:cNvPr id="2508" name="Google Shape;2508;g3dd41aa2a51_0_90"/>
            <p:cNvGrpSpPr/>
            <p:nvPr/>
          </p:nvGrpSpPr>
          <p:grpSpPr>
            <a:xfrm>
              <a:off x="4505040" y="647640"/>
              <a:ext cx="883020" cy="50700"/>
              <a:chOff x="4505040" y="647640"/>
              <a:chExt cx="883020" cy="50700"/>
            </a:xfrm>
          </p:grpSpPr>
          <p:sp>
            <p:nvSpPr>
              <p:cNvPr id="2509" name="Google Shape;2509;g3dd41aa2a51_0_90"/>
              <p:cNvSpPr/>
              <p:nvPr/>
            </p:nvSpPr>
            <p:spPr>
              <a:xfrm>
                <a:off x="450504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0" name="Google Shape;2510;g3dd41aa2a51_0_90"/>
              <p:cNvSpPr/>
              <p:nvPr/>
            </p:nvSpPr>
            <p:spPr>
              <a:xfrm>
                <a:off x="459756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1" name="Google Shape;2511;g3dd41aa2a51_0_90"/>
              <p:cNvSpPr/>
              <p:nvPr/>
            </p:nvSpPr>
            <p:spPr>
              <a:xfrm>
                <a:off x="469008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2" name="Google Shape;2512;g3dd41aa2a51_0_90"/>
              <p:cNvSpPr/>
              <p:nvPr/>
            </p:nvSpPr>
            <p:spPr>
              <a:xfrm>
                <a:off x="478260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3" name="Google Shape;2513;g3dd41aa2a51_0_90"/>
              <p:cNvSpPr/>
              <p:nvPr/>
            </p:nvSpPr>
            <p:spPr>
              <a:xfrm>
                <a:off x="487512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4" name="Google Shape;2514;g3dd41aa2a51_0_90"/>
              <p:cNvSpPr/>
              <p:nvPr/>
            </p:nvSpPr>
            <p:spPr>
              <a:xfrm>
                <a:off x="496764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5" name="Google Shape;2515;g3dd41aa2a51_0_90"/>
              <p:cNvSpPr/>
              <p:nvPr/>
            </p:nvSpPr>
            <p:spPr>
              <a:xfrm>
                <a:off x="506016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6" name="Google Shape;2516;g3dd41aa2a51_0_90"/>
              <p:cNvSpPr/>
              <p:nvPr/>
            </p:nvSpPr>
            <p:spPr>
              <a:xfrm>
                <a:off x="515232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7" name="Google Shape;2517;g3dd41aa2a51_0_90"/>
              <p:cNvSpPr/>
              <p:nvPr/>
            </p:nvSpPr>
            <p:spPr>
              <a:xfrm>
                <a:off x="524484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18" name="Google Shape;2518;g3dd41aa2a51_0_90"/>
              <p:cNvSpPr/>
              <p:nvPr/>
            </p:nvSpPr>
            <p:spPr>
              <a:xfrm>
                <a:off x="5337360" y="6476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519" name="Google Shape;2519;g3dd41aa2a51_0_90"/>
            <p:cNvGrpSpPr/>
            <p:nvPr/>
          </p:nvGrpSpPr>
          <p:grpSpPr>
            <a:xfrm>
              <a:off x="4727880" y="564480"/>
              <a:ext cx="883020" cy="50700"/>
              <a:chOff x="4727880" y="564480"/>
              <a:chExt cx="883020" cy="50700"/>
            </a:xfrm>
          </p:grpSpPr>
          <p:sp>
            <p:nvSpPr>
              <p:cNvPr id="2520" name="Google Shape;2520;g3dd41aa2a51_0_90"/>
              <p:cNvSpPr/>
              <p:nvPr/>
            </p:nvSpPr>
            <p:spPr>
              <a:xfrm>
                <a:off x="472788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1" name="Google Shape;2521;g3dd41aa2a51_0_90"/>
              <p:cNvSpPr/>
              <p:nvPr/>
            </p:nvSpPr>
            <p:spPr>
              <a:xfrm>
                <a:off x="482040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2" name="Google Shape;2522;g3dd41aa2a51_0_90"/>
              <p:cNvSpPr/>
              <p:nvPr/>
            </p:nvSpPr>
            <p:spPr>
              <a:xfrm>
                <a:off x="491292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3" name="Google Shape;2523;g3dd41aa2a51_0_90"/>
              <p:cNvSpPr/>
              <p:nvPr/>
            </p:nvSpPr>
            <p:spPr>
              <a:xfrm>
                <a:off x="500544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4" name="Google Shape;2524;g3dd41aa2a51_0_90"/>
              <p:cNvSpPr/>
              <p:nvPr/>
            </p:nvSpPr>
            <p:spPr>
              <a:xfrm>
                <a:off x="509760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5" name="Google Shape;2525;g3dd41aa2a51_0_90"/>
              <p:cNvSpPr/>
              <p:nvPr/>
            </p:nvSpPr>
            <p:spPr>
              <a:xfrm>
                <a:off x="519012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6" name="Google Shape;2526;g3dd41aa2a51_0_90"/>
              <p:cNvSpPr/>
              <p:nvPr/>
            </p:nvSpPr>
            <p:spPr>
              <a:xfrm>
                <a:off x="528264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7" name="Google Shape;2527;g3dd41aa2a51_0_90"/>
              <p:cNvSpPr/>
              <p:nvPr/>
            </p:nvSpPr>
            <p:spPr>
              <a:xfrm>
                <a:off x="537516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8" name="Google Shape;2528;g3dd41aa2a51_0_90"/>
              <p:cNvSpPr/>
              <p:nvPr/>
            </p:nvSpPr>
            <p:spPr>
              <a:xfrm>
                <a:off x="546768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29" name="Google Shape;2529;g3dd41aa2a51_0_90"/>
              <p:cNvSpPr/>
              <p:nvPr/>
            </p:nvSpPr>
            <p:spPr>
              <a:xfrm>
                <a:off x="5560200" y="56448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530" name="Google Shape;2530;g3dd41aa2a51_0_90"/>
          <p:cNvGrpSpPr/>
          <p:nvPr/>
        </p:nvGrpSpPr>
        <p:grpSpPr>
          <a:xfrm>
            <a:off x="5447160" y="4536000"/>
            <a:ext cx="1252740" cy="50700"/>
            <a:chOff x="5447160" y="4536000"/>
            <a:chExt cx="1252740" cy="50700"/>
          </a:xfrm>
        </p:grpSpPr>
        <p:sp>
          <p:nvSpPr>
            <p:cNvPr id="2531" name="Google Shape;2531;g3dd41aa2a51_0_90"/>
            <p:cNvSpPr/>
            <p:nvPr/>
          </p:nvSpPr>
          <p:spPr>
            <a:xfrm>
              <a:off x="544716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2" name="Google Shape;2532;g3dd41aa2a51_0_90"/>
            <p:cNvSpPr/>
            <p:nvPr/>
          </p:nvSpPr>
          <p:spPr>
            <a:xfrm>
              <a:off x="553968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3" name="Google Shape;2533;g3dd41aa2a51_0_90"/>
            <p:cNvSpPr/>
            <p:nvPr/>
          </p:nvSpPr>
          <p:spPr>
            <a:xfrm>
              <a:off x="563220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4" name="Google Shape;2534;g3dd41aa2a51_0_90"/>
            <p:cNvSpPr/>
            <p:nvPr/>
          </p:nvSpPr>
          <p:spPr>
            <a:xfrm>
              <a:off x="572472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5" name="Google Shape;2535;g3dd41aa2a51_0_90"/>
            <p:cNvSpPr/>
            <p:nvPr/>
          </p:nvSpPr>
          <p:spPr>
            <a:xfrm>
              <a:off x="581724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6" name="Google Shape;2536;g3dd41aa2a51_0_90"/>
            <p:cNvSpPr/>
            <p:nvPr/>
          </p:nvSpPr>
          <p:spPr>
            <a:xfrm>
              <a:off x="590976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7" name="Google Shape;2537;g3dd41aa2a51_0_90"/>
            <p:cNvSpPr/>
            <p:nvPr/>
          </p:nvSpPr>
          <p:spPr>
            <a:xfrm>
              <a:off x="600228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8" name="Google Shape;2538;g3dd41aa2a51_0_90"/>
            <p:cNvSpPr/>
            <p:nvPr/>
          </p:nvSpPr>
          <p:spPr>
            <a:xfrm>
              <a:off x="609444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9" name="Google Shape;2539;g3dd41aa2a51_0_90"/>
            <p:cNvSpPr/>
            <p:nvPr/>
          </p:nvSpPr>
          <p:spPr>
            <a:xfrm>
              <a:off x="618696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0" name="Google Shape;2540;g3dd41aa2a51_0_90"/>
            <p:cNvSpPr/>
            <p:nvPr/>
          </p:nvSpPr>
          <p:spPr>
            <a:xfrm>
              <a:off x="627948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1" name="Google Shape;2541;g3dd41aa2a51_0_90"/>
            <p:cNvSpPr/>
            <p:nvPr/>
          </p:nvSpPr>
          <p:spPr>
            <a:xfrm>
              <a:off x="637200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2" name="Google Shape;2542;g3dd41aa2a51_0_90"/>
            <p:cNvSpPr/>
            <p:nvPr/>
          </p:nvSpPr>
          <p:spPr>
            <a:xfrm>
              <a:off x="646452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3" name="Google Shape;2543;g3dd41aa2a51_0_90"/>
            <p:cNvSpPr/>
            <p:nvPr/>
          </p:nvSpPr>
          <p:spPr>
            <a:xfrm>
              <a:off x="655668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4" name="Google Shape;2544;g3dd41aa2a51_0_90"/>
            <p:cNvSpPr/>
            <p:nvPr/>
          </p:nvSpPr>
          <p:spPr>
            <a:xfrm>
              <a:off x="6649200" y="4536000"/>
              <a:ext cx="50700" cy="5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545" name="Google Shape;2545;g3dd41aa2a51_0_90"/>
          <p:cNvSpPr txBox="1"/>
          <p:nvPr>
            <p:ph type="title"/>
          </p:nvPr>
        </p:nvSpPr>
        <p:spPr>
          <a:xfrm>
            <a:off x="1319135" y="1706928"/>
            <a:ext cx="6505200" cy="19998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4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Exo"/>
              <a:buNone/>
            </a:pPr>
            <a:r>
              <a:rPr b="1" lang="en-US" sz="7000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rPr>
              <a:t>Thanks!</a:t>
            </a:r>
            <a:endParaRPr sz="7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Exo"/>
              <a:buNone/>
            </a:pPr>
            <a:r>
              <a:t/>
            </a:r>
            <a:endParaRPr b="1" sz="5800">
              <a:solidFill>
                <a:schemeClr val="accent2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2026-04-05T09:10:16Z</dcterms:created>
  <dc:creator>Unknown Creator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12.0</vt:r8>
  </property>
</Properties>
</file>